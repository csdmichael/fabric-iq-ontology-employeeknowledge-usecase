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Emp042 01 - EMP042</a:t>
            </a:r>
          </a:p>
        </p:txBody>
      </p:sp>
      <p:sp>
        <p:nvSpPr>
          <p:cNvPr id="3" name="Content Placeholder 2"/>
          <p:cNvSpPr>
            <a:spLocks noGrp="1"/>
          </p:cNvSpPr>
          <p:nvPr>
            <p:ph idx="1"/>
          </p:nvPr>
        </p:nvSpPr>
        <p:spPr/>
        <p:txBody>
          <a:bodyPr/>
          <a:lstStyle/>
          <a:p>
            <a:r>
              <a:t>Slide 1: Executive Summary</a:t>
            </a:r>
          </a:p>
          <a:p>
            <a:pPr lvl="1"/>
            <a:r>
              <a:t>Section 1: Customer escalation analysis. EMP042 contributes to ast emp042 01 through recurring collaboration, clear ownership boundaries, and measurable outcomes. The team captures decisions, open issues, and handoffs so that knowledge remains discoverable for future programs.</a:t>
            </a:r>
          </a:p>
          <a:p>
            <a:pPr lvl="1"/>
            <a:r>
              <a:t>Section 2: Operational risk review. EMP042 contributes to ast emp042 01 through recurring collaboration, clear ownership boundaries, and measurable outcomes. The team captures decisions, open issues, and handoffs so that knowledge remains discoverable for future programs.</a:t>
            </a:r>
          </a:p>
          <a:p>
            <a:pPr lvl="1"/>
            <a:r>
              <a:t>Section 3: Data quality remediation. EMP042 contributes to ast emp042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Emp042 01 - EMP042</a:t>
            </a:r>
          </a:p>
        </p:txBody>
      </p:sp>
      <p:sp>
        <p:nvSpPr>
          <p:cNvPr id="3" name="Content Placeholder 2"/>
          <p:cNvSpPr>
            <a:spLocks noGrp="1"/>
          </p:cNvSpPr>
          <p:nvPr>
            <p:ph idx="1"/>
          </p:nvPr>
        </p:nvSpPr>
        <p:spPr/>
        <p:txBody>
          <a:bodyPr/>
          <a:lstStyle/>
          <a:p>
            <a:r>
              <a:t>Slide 2: Executive Summary</a:t>
            </a:r>
          </a:p>
          <a:p>
            <a:pPr lvl="1"/>
            <a:r>
              <a:t>Section 1: Quarterly delivery milestones. EMP042 contributes to ast emp042 01 through recurring collaboration, clear ownership boundaries, and measurable outcomes. The team captures decisions, open issues, and handoffs so that knowledge remains discoverable for future programs.</a:t>
            </a:r>
          </a:p>
          <a:p>
            <a:pPr lvl="1"/>
            <a:r>
              <a:t>Section 2: Automation backlog refinement. EMP042 contributes to ast emp042 01 through recurring collaboration, clear ownership boundaries, and measurable outcomes. The team captures decisions, open issues, and handoffs so that knowledge remains discoverable for future programs.</a:t>
            </a:r>
          </a:p>
          <a:p>
            <a:pPr lvl="1"/>
            <a:r>
              <a:t>Section 3: Quarterly delivery milestones. EMP042 contributes to ast emp042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Emp042 01 - EMP042</a:t>
            </a:r>
          </a:p>
        </p:txBody>
      </p:sp>
      <p:sp>
        <p:nvSpPr>
          <p:cNvPr id="3" name="Content Placeholder 2"/>
          <p:cNvSpPr>
            <a:spLocks noGrp="1"/>
          </p:cNvSpPr>
          <p:nvPr>
            <p:ph idx="1"/>
          </p:nvPr>
        </p:nvSpPr>
        <p:spPr/>
        <p:txBody>
          <a:bodyPr/>
          <a:lstStyle/>
          <a:p>
            <a:r>
              <a:t>Slide 3: Executive Summary</a:t>
            </a:r>
          </a:p>
          <a:p>
            <a:pPr lvl="1"/>
            <a:r>
              <a:t>Section 1: Fabric semantic model planning. EMP042 contributes to ast emp042 01 through recurring collaboration, clear ownership boundaries, and measurable outcomes. The team captures decisions, open issues, and handoffs so that knowledge remains discoverable for future programs.</a:t>
            </a:r>
          </a:p>
          <a:p>
            <a:pPr lvl="1"/>
            <a:r>
              <a:t>Section 2: Operational risk review. EMP042 contributes to ast emp042 01 through recurring collaboration, clear ownership boundaries, and measurable outcomes. The team captures decisions, open issues, and handoffs so that knowledge remains discoverable for future programs.</a:t>
            </a:r>
          </a:p>
          <a:p>
            <a:pPr lvl="1"/>
            <a:r>
              <a:t>Section 3: Data quality remediation. EMP042 contributes to ast emp042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Emp042 01 - EMP042</a:t>
            </a:r>
          </a:p>
        </p:txBody>
      </p:sp>
      <p:sp>
        <p:nvSpPr>
          <p:cNvPr id="3" name="Content Placeholder 2"/>
          <p:cNvSpPr>
            <a:spLocks noGrp="1"/>
          </p:cNvSpPr>
          <p:nvPr>
            <p:ph idx="1"/>
          </p:nvPr>
        </p:nvSpPr>
        <p:spPr/>
        <p:txBody>
          <a:bodyPr/>
          <a:lstStyle/>
          <a:p>
            <a:r>
              <a:t>Slide 4: Executive Summary</a:t>
            </a:r>
          </a:p>
          <a:p>
            <a:pPr lvl="1"/>
            <a:r>
              <a:t>Section 1: Automation backlog refinement. EMP042 contributes to ast emp042 01 through recurring collaboration, clear ownership boundaries, and measurable outcomes. The team captures decisions, open issues, and handoffs so that knowledge remains discoverable for future programs.</a:t>
            </a:r>
          </a:p>
          <a:p>
            <a:pPr lvl="1"/>
            <a:r>
              <a:t>Section 2: Customer escalation analysis. EMP042 contributes to ast emp042 01 through recurring collaboration, clear ownership boundaries, and measurable outcomes. The team captures decisions, open issues, and handoffs so that knowledge remains discoverable for future programs.</a:t>
            </a:r>
          </a:p>
          <a:p>
            <a:pPr lvl="1"/>
            <a:r>
              <a:t>Section 3: Fabric semantic model planning. EMP042 contributes to ast emp042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Emp042 01 - EMP042</a:t>
            </a:r>
          </a:p>
        </p:txBody>
      </p:sp>
      <p:sp>
        <p:nvSpPr>
          <p:cNvPr id="3" name="Content Placeholder 2"/>
          <p:cNvSpPr>
            <a:spLocks noGrp="1"/>
          </p:cNvSpPr>
          <p:nvPr>
            <p:ph idx="1"/>
          </p:nvPr>
        </p:nvSpPr>
        <p:spPr/>
        <p:txBody>
          <a:bodyPr/>
          <a:lstStyle/>
          <a:p>
            <a:r>
              <a:t>Slide 5: Executive Summary</a:t>
            </a:r>
          </a:p>
          <a:p>
            <a:pPr lvl="1"/>
            <a:r>
              <a:t>Section 1: Fabric semantic model planning. EMP042 contributes to ast emp042 01 through recurring collaboration, clear ownership boundaries, and measurable outcomes. The team captures decisions, open issues, and handoffs so that knowledge remains discoverable for future programs.</a:t>
            </a:r>
          </a:p>
          <a:p>
            <a:pPr lvl="1"/>
            <a:r>
              <a:t>Section 2: Automation backlog refinement. EMP042 contributes to ast emp042 01 through recurring collaboration, clear ownership boundaries, and measurable outcomes. The team captures decisions, open issues, and handoffs so that knowledge remains discoverable for future programs.</a:t>
            </a:r>
          </a:p>
          <a:p>
            <a:pPr lvl="1"/>
            <a:r>
              <a:t>Section 3: Department KPI performance. EMP042 contributes to ast emp042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