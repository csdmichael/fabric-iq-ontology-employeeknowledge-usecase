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Emp067 01 - EMP067</a:t>
            </a:r>
          </a:p>
        </p:txBody>
      </p:sp>
      <p:sp>
        <p:nvSpPr>
          <p:cNvPr id="3" name="Content Placeholder 2"/>
          <p:cNvSpPr>
            <a:spLocks noGrp="1"/>
          </p:cNvSpPr>
          <p:nvPr>
            <p:ph idx="1"/>
          </p:nvPr>
        </p:nvSpPr>
        <p:spPr/>
        <p:txBody>
          <a:bodyPr/>
          <a:lstStyle/>
          <a:p>
            <a:r>
              <a:t>Slide 1: Executive Summary</a:t>
            </a:r>
          </a:p>
          <a:p>
            <a:pPr lvl="1"/>
            <a:r>
              <a:t>Section 1: Automation backlog refinement. EMP067 contributes to ast emp067 01 through recurring collaboration, clear ownership boundaries, and measurable outcomes. The team captures decisions, open issues, and handoffs so that knowledge remains discoverable for future programs.</a:t>
            </a:r>
          </a:p>
          <a:p>
            <a:pPr lvl="1"/>
            <a:r>
              <a:t>Section 2: Data quality remediation. EMP067 contributes to ast emp067 01 through recurring collaboration, clear ownership boundaries, and measurable outcomes. The team captures decisions, open issues, and handoffs so that knowledge remains discoverable for future programs.</a:t>
            </a:r>
          </a:p>
          <a:p>
            <a:pPr lvl="1"/>
            <a:r>
              <a:t>Section 3: Quarterly delivery milestones. EMP067 contributes to ast emp067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Emp067 01 - EMP067</a:t>
            </a:r>
          </a:p>
        </p:txBody>
      </p:sp>
      <p:sp>
        <p:nvSpPr>
          <p:cNvPr id="3" name="Content Placeholder 2"/>
          <p:cNvSpPr>
            <a:spLocks noGrp="1"/>
          </p:cNvSpPr>
          <p:nvPr>
            <p:ph idx="1"/>
          </p:nvPr>
        </p:nvSpPr>
        <p:spPr/>
        <p:txBody>
          <a:bodyPr/>
          <a:lstStyle/>
          <a:p>
            <a:r>
              <a:t>Slide 2: Executive Summary</a:t>
            </a:r>
          </a:p>
          <a:p>
            <a:pPr lvl="1"/>
            <a:r>
              <a:t>Section 1: Fabric semantic model planning. EMP067 contributes to ast emp067 01 through recurring collaboration, clear ownership boundaries, and measurable outcomes. The team captures decisions, open issues, and handoffs so that knowledge remains discoverable for future programs.</a:t>
            </a:r>
          </a:p>
          <a:p>
            <a:pPr lvl="1"/>
            <a:r>
              <a:t>Section 2: Department KPI performance. EMP067 contributes to ast emp067 01 through recurring collaboration, clear ownership boundaries, and measurable outcomes. The team captures decisions, open issues, and handoffs so that knowledge remains discoverable for future programs.</a:t>
            </a:r>
          </a:p>
          <a:p>
            <a:pPr lvl="1"/>
            <a:r>
              <a:t>Section 3: Data quality remediation. EMP067 contributes to ast emp067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Emp067 01 - EMP067</a:t>
            </a:r>
          </a:p>
        </p:txBody>
      </p:sp>
      <p:sp>
        <p:nvSpPr>
          <p:cNvPr id="3" name="Content Placeholder 2"/>
          <p:cNvSpPr>
            <a:spLocks noGrp="1"/>
          </p:cNvSpPr>
          <p:nvPr>
            <p:ph idx="1"/>
          </p:nvPr>
        </p:nvSpPr>
        <p:spPr/>
        <p:txBody>
          <a:bodyPr/>
          <a:lstStyle/>
          <a:p>
            <a:r>
              <a:t>Slide 3: Executive Summary</a:t>
            </a:r>
          </a:p>
          <a:p>
            <a:pPr lvl="1"/>
            <a:r>
              <a:t>Section 1: Knowledge transfer and onboarding. EMP067 contributes to ast emp067 01 through recurring collaboration, clear ownership boundaries, and measurable outcomes. The team captures decisions, open issues, and handoffs so that knowledge remains discoverable for future programs.</a:t>
            </a:r>
          </a:p>
          <a:p>
            <a:pPr lvl="1"/>
            <a:r>
              <a:t>Section 2: Fabric semantic model planning. EMP067 contributes to ast emp067 01 through recurring collaboration, clear ownership boundaries, and measurable outcomes. The team captures decisions, open issues, and handoffs so that knowledge remains discoverable for future programs.</a:t>
            </a:r>
          </a:p>
          <a:p>
            <a:pPr lvl="1"/>
            <a:r>
              <a:t>Section 3: Operational risk review. EMP067 contributes to ast emp067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Emp067 01 - EMP067</a:t>
            </a:r>
          </a:p>
        </p:txBody>
      </p:sp>
      <p:sp>
        <p:nvSpPr>
          <p:cNvPr id="3" name="Content Placeholder 2"/>
          <p:cNvSpPr>
            <a:spLocks noGrp="1"/>
          </p:cNvSpPr>
          <p:nvPr>
            <p:ph idx="1"/>
          </p:nvPr>
        </p:nvSpPr>
        <p:spPr/>
        <p:txBody>
          <a:bodyPr/>
          <a:lstStyle/>
          <a:p>
            <a:r>
              <a:t>Slide 4: Executive Summary</a:t>
            </a:r>
          </a:p>
          <a:p>
            <a:pPr lvl="1"/>
            <a:r>
              <a:t>Section 1: Automation backlog refinement. EMP067 contributes to ast emp067 01 through recurring collaboration, clear ownership boundaries, and measurable outcomes. The team captures decisions, open issues, and handoffs so that knowledge remains discoverable for future programs.</a:t>
            </a:r>
          </a:p>
          <a:p>
            <a:pPr lvl="1"/>
            <a:r>
              <a:t>Section 2: Data quality remediation. EMP067 contributes to ast emp067 01 through recurring collaboration, clear ownership boundaries, and measurable outcomes. The team captures decisions, open issues, and handoffs so that knowledge remains discoverable for future programs.</a:t>
            </a:r>
          </a:p>
          <a:p>
            <a:pPr lvl="1"/>
            <a:r>
              <a:t>Section 3: Fabric semantic model planning. EMP067 contributes to ast emp067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Emp067 01 - EMP067</a:t>
            </a:r>
          </a:p>
        </p:txBody>
      </p:sp>
      <p:sp>
        <p:nvSpPr>
          <p:cNvPr id="3" name="Content Placeholder 2"/>
          <p:cNvSpPr>
            <a:spLocks noGrp="1"/>
          </p:cNvSpPr>
          <p:nvPr>
            <p:ph idx="1"/>
          </p:nvPr>
        </p:nvSpPr>
        <p:spPr/>
        <p:txBody>
          <a:bodyPr/>
          <a:lstStyle/>
          <a:p>
            <a:r>
              <a:t>Slide 5: Executive Summary</a:t>
            </a:r>
          </a:p>
          <a:p>
            <a:pPr lvl="1"/>
            <a:r>
              <a:t>Section 1: Fabric semantic model planning. EMP067 contributes to ast emp067 01 through recurring collaboration, clear ownership boundaries, and measurable outcomes. The team captures decisions, open issues, and handoffs so that knowledge remains discoverable for future programs.</a:t>
            </a:r>
          </a:p>
          <a:p>
            <a:pPr lvl="1"/>
            <a:r>
              <a:t>Section 2: Quarterly delivery milestones. EMP067 contributes to ast emp067 01 through recurring collaboration, clear ownership boundaries, and measurable outcomes. The team captures decisions, open issues, and handoffs so that knowledge remains discoverable for future programs.</a:t>
            </a:r>
          </a:p>
          <a:p>
            <a:pPr lvl="1"/>
            <a:r>
              <a:t>Section 3: Data quality remediation. EMP067 contributes to ast emp067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