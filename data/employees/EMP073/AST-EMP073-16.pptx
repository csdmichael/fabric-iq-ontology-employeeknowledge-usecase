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16 - EMP073</a:t>
            </a:r>
          </a:p>
        </p:txBody>
      </p:sp>
      <p:sp>
        <p:nvSpPr>
          <p:cNvPr id="3" name="Content Placeholder 2"/>
          <p:cNvSpPr>
            <a:spLocks noGrp="1"/>
          </p:cNvSpPr>
          <p:nvPr>
            <p:ph idx="1"/>
          </p:nvPr>
        </p:nvSpPr>
        <p:spPr/>
        <p:txBody>
          <a:bodyPr/>
          <a:lstStyle/>
          <a:p>
            <a:r>
              <a:t>Slide 1: Executive Summary</a:t>
            </a:r>
          </a:p>
          <a:p>
            <a:pPr lvl="1"/>
            <a:r>
              <a:t>Section 1: Data quality remediation. EMP073 contributes to ast emp073 16 through recurring collaboration, clear ownership boundaries, and measurable outcomes. The team captures decisions, open issues, and handoffs so that knowledge remains discoverable for future programs.</a:t>
            </a:r>
          </a:p>
          <a:p>
            <a:pPr lvl="1"/>
            <a:r>
              <a:t>Section 2: Operational risk review. EMP073 contributes to ast emp073 16 through recurring collaboration, clear ownership boundaries, and measurable outcomes. The team captures decisions, open issues, and handoffs so that knowledge remains discoverable for future programs.</a:t>
            </a:r>
          </a:p>
          <a:p>
            <a:pPr lvl="1"/>
            <a:r>
              <a:t>Section 3: Department KPI performance. EMP073 contributes to ast emp073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16 - EMP073</a:t>
            </a:r>
          </a:p>
        </p:txBody>
      </p:sp>
      <p:sp>
        <p:nvSpPr>
          <p:cNvPr id="3" name="Content Placeholder 2"/>
          <p:cNvSpPr>
            <a:spLocks noGrp="1"/>
          </p:cNvSpPr>
          <p:nvPr>
            <p:ph idx="1"/>
          </p:nvPr>
        </p:nvSpPr>
        <p:spPr/>
        <p:txBody>
          <a:bodyPr/>
          <a:lstStyle/>
          <a:p>
            <a:r>
              <a:t>Slide 2: Executive Summary</a:t>
            </a:r>
          </a:p>
          <a:p>
            <a:pPr lvl="1"/>
            <a:r>
              <a:t>Section 1: Automation backlog refinement. EMP073 contributes to ast emp073 16 through recurring collaboration, clear ownership boundaries, and measurable outcomes. The team captures decisions, open issues, and handoffs so that knowledge remains discoverable for future programs.</a:t>
            </a:r>
          </a:p>
          <a:p>
            <a:pPr lvl="1"/>
            <a:r>
              <a:t>Section 2: Operational risk review. EMP073 contributes to ast emp073 16 through recurring collaboration, clear ownership boundaries, and measurable outcomes. The team captures decisions, open issues, and handoffs so that knowledge remains discoverable for future programs.</a:t>
            </a:r>
          </a:p>
          <a:p>
            <a:pPr lvl="1"/>
            <a:r>
              <a:t>Section 3: Quarterly delivery milestones. EMP073 contributes to ast emp073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16 - EMP073</a:t>
            </a:r>
          </a:p>
        </p:txBody>
      </p:sp>
      <p:sp>
        <p:nvSpPr>
          <p:cNvPr id="3" name="Content Placeholder 2"/>
          <p:cNvSpPr>
            <a:spLocks noGrp="1"/>
          </p:cNvSpPr>
          <p:nvPr>
            <p:ph idx="1"/>
          </p:nvPr>
        </p:nvSpPr>
        <p:spPr/>
        <p:txBody>
          <a:bodyPr/>
          <a:lstStyle/>
          <a:p>
            <a:r>
              <a:t>Slide 3: Executive Summary</a:t>
            </a:r>
          </a:p>
          <a:p>
            <a:pPr lvl="1"/>
            <a:r>
              <a:t>Section 1: Automation backlog refinement. EMP073 contributes to ast emp073 16 through recurring collaboration, clear ownership boundaries, and measurable outcomes. The team captures decisions, open issues, and handoffs so that knowledge remains discoverable for future programs.</a:t>
            </a:r>
          </a:p>
          <a:p>
            <a:pPr lvl="1"/>
            <a:r>
              <a:t>Section 2: Department KPI performance. EMP073 contributes to ast emp073 16 through recurring collaboration, clear ownership boundaries, and measurable outcomes. The team captures decisions, open issues, and handoffs so that knowledge remains discoverable for future programs.</a:t>
            </a:r>
          </a:p>
          <a:p>
            <a:pPr lvl="1"/>
            <a:r>
              <a:t>Section 3: Quarterly delivery milestones. EMP073 contributes to ast emp073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16 - EMP073</a:t>
            </a:r>
          </a:p>
        </p:txBody>
      </p:sp>
      <p:sp>
        <p:nvSpPr>
          <p:cNvPr id="3" name="Content Placeholder 2"/>
          <p:cNvSpPr>
            <a:spLocks noGrp="1"/>
          </p:cNvSpPr>
          <p:nvPr>
            <p:ph idx="1"/>
          </p:nvPr>
        </p:nvSpPr>
        <p:spPr/>
        <p:txBody>
          <a:bodyPr/>
          <a:lstStyle/>
          <a:p>
            <a:r>
              <a:t>Slide 4: Executive Summary</a:t>
            </a:r>
          </a:p>
          <a:p>
            <a:pPr lvl="1"/>
            <a:r>
              <a:t>Section 1: Data quality remediation. EMP073 contributes to ast emp073 16 through recurring collaboration, clear ownership boundaries, and measurable outcomes. The team captures decisions, open issues, and handoffs so that knowledge remains discoverable for future programs.</a:t>
            </a:r>
          </a:p>
          <a:p>
            <a:pPr lvl="1"/>
            <a:r>
              <a:t>Section 2: Data quality remediation. EMP073 contributes to ast emp073 16 through recurring collaboration, clear ownership boundaries, and measurable outcomes. The team captures decisions, open issues, and handoffs so that knowledge remains discoverable for future programs.</a:t>
            </a:r>
          </a:p>
          <a:p>
            <a:pPr lvl="1"/>
            <a:r>
              <a:t>Section 3: Customer escalation analysis. EMP073 contributes to ast emp073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16 - EMP073</a:t>
            </a:r>
          </a:p>
        </p:txBody>
      </p:sp>
      <p:sp>
        <p:nvSpPr>
          <p:cNvPr id="3" name="Content Placeholder 2"/>
          <p:cNvSpPr>
            <a:spLocks noGrp="1"/>
          </p:cNvSpPr>
          <p:nvPr>
            <p:ph idx="1"/>
          </p:nvPr>
        </p:nvSpPr>
        <p:spPr/>
        <p:txBody>
          <a:bodyPr/>
          <a:lstStyle/>
          <a:p>
            <a:r>
              <a:t>Slide 5: Executive Summary</a:t>
            </a:r>
          </a:p>
          <a:p>
            <a:pPr lvl="1"/>
            <a:r>
              <a:t>Section 1: Automation backlog refinement. EMP073 contributes to ast emp073 16 through recurring collaboration, clear ownership boundaries, and measurable outcomes. The team captures decisions, open issues, and handoffs so that knowledge remains discoverable for future programs.</a:t>
            </a:r>
          </a:p>
          <a:p>
            <a:pPr lvl="1"/>
            <a:r>
              <a:t>Section 2: Department KPI performance. EMP073 contributes to ast emp073 16 through recurring collaboration, clear ownership boundaries, and measurable outcomes. The team captures decisions, open issues, and handoffs so that knowledge remains discoverable for future programs.</a:t>
            </a:r>
          </a:p>
          <a:p>
            <a:pPr lvl="1"/>
            <a:r>
              <a:t>Section 3: Fabric semantic model planning. EMP073 contributes to ast emp073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