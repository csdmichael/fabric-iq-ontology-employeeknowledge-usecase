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Emp018 19 - EMP018</a:t>
            </a:r>
          </a:p>
        </p:txBody>
      </p:sp>
      <p:sp>
        <p:nvSpPr>
          <p:cNvPr id="3" name="Content Placeholder 2"/>
          <p:cNvSpPr>
            <a:spLocks noGrp="1"/>
          </p:cNvSpPr>
          <p:nvPr>
            <p:ph idx="1"/>
          </p:nvPr>
        </p:nvSpPr>
        <p:spPr/>
        <p:txBody>
          <a:bodyPr/>
          <a:lstStyle/>
          <a:p>
            <a:r>
              <a:t>Slide 1: Executive Summary</a:t>
            </a:r>
          </a:p>
          <a:p>
            <a:pPr lvl="1"/>
            <a:r>
              <a:t>Section 1: Quarterly delivery milestones. EMP018 contributes to ast emp018 19 through recurring collaboration, clear ownership boundaries, and measurable outcomes. The team captures decisions, open issues, and handoffs so that knowledge remains discoverable for future programs.</a:t>
            </a:r>
          </a:p>
          <a:p>
            <a:pPr lvl="1"/>
            <a:r>
              <a:t>Section 2: Customer escalation analysis. EMP018 contributes to ast emp018 19 through recurring collaboration, clear ownership boundaries, and measurable outcomes. The team captures decisions, open issues, and handoffs so that knowledge remains discoverable for future programs.</a:t>
            </a:r>
          </a:p>
          <a:p>
            <a:pPr lvl="1"/>
            <a:r>
              <a:t>Section 3: Knowledge transfer and onboarding. EMP018 contributes to ast emp018 19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Emp018 19 - EMP018</a:t>
            </a:r>
          </a:p>
        </p:txBody>
      </p:sp>
      <p:sp>
        <p:nvSpPr>
          <p:cNvPr id="3" name="Content Placeholder 2"/>
          <p:cNvSpPr>
            <a:spLocks noGrp="1"/>
          </p:cNvSpPr>
          <p:nvPr>
            <p:ph idx="1"/>
          </p:nvPr>
        </p:nvSpPr>
        <p:spPr/>
        <p:txBody>
          <a:bodyPr/>
          <a:lstStyle/>
          <a:p>
            <a:r>
              <a:t>Slide 2: Executive Summary</a:t>
            </a:r>
          </a:p>
          <a:p>
            <a:pPr lvl="1"/>
            <a:r>
              <a:t>Section 1: Operational risk review. EMP018 contributes to ast emp018 19 through recurring collaboration, clear ownership boundaries, and measurable outcomes. The team captures decisions, open issues, and handoffs so that knowledge remains discoverable for future programs.</a:t>
            </a:r>
          </a:p>
          <a:p>
            <a:pPr lvl="1"/>
            <a:r>
              <a:t>Section 2: Data quality remediation. EMP018 contributes to ast emp018 19 through recurring collaboration, clear ownership boundaries, and measurable outcomes. The team captures decisions, open issues, and handoffs so that knowledge remains discoverable for future programs.</a:t>
            </a:r>
          </a:p>
          <a:p>
            <a:pPr lvl="1"/>
            <a:r>
              <a:t>Section 3: Data quality remediation. EMP018 contributes to ast emp018 19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Emp018 19 - EMP018</a:t>
            </a:r>
          </a:p>
        </p:txBody>
      </p:sp>
      <p:sp>
        <p:nvSpPr>
          <p:cNvPr id="3" name="Content Placeholder 2"/>
          <p:cNvSpPr>
            <a:spLocks noGrp="1"/>
          </p:cNvSpPr>
          <p:nvPr>
            <p:ph idx="1"/>
          </p:nvPr>
        </p:nvSpPr>
        <p:spPr/>
        <p:txBody>
          <a:bodyPr/>
          <a:lstStyle/>
          <a:p>
            <a:r>
              <a:t>Slide 3: Executive Summary</a:t>
            </a:r>
          </a:p>
          <a:p>
            <a:pPr lvl="1"/>
            <a:r>
              <a:t>Section 1: Department KPI performance. EMP018 contributes to ast emp018 19 through recurring collaboration, clear ownership boundaries, and measurable outcomes. The team captures decisions, open issues, and handoffs so that knowledge remains discoverable for future programs.</a:t>
            </a:r>
          </a:p>
          <a:p>
            <a:pPr lvl="1"/>
            <a:r>
              <a:t>Section 2: Customer escalation analysis. EMP018 contributes to ast emp018 19 through recurring collaboration, clear ownership boundaries, and measurable outcomes. The team captures decisions, open issues, and handoffs so that knowledge remains discoverable for future programs.</a:t>
            </a:r>
          </a:p>
          <a:p>
            <a:pPr lvl="1"/>
            <a:r>
              <a:t>Section 3: Data quality remediation. EMP018 contributes to ast emp018 19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Emp018 19 - EMP018</a:t>
            </a:r>
          </a:p>
        </p:txBody>
      </p:sp>
      <p:sp>
        <p:nvSpPr>
          <p:cNvPr id="3" name="Content Placeholder 2"/>
          <p:cNvSpPr>
            <a:spLocks noGrp="1"/>
          </p:cNvSpPr>
          <p:nvPr>
            <p:ph idx="1"/>
          </p:nvPr>
        </p:nvSpPr>
        <p:spPr/>
        <p:txBody>
          <a:bodyPr/>
          <a:lstStyle/>
          <a:p>
            <a:r>
              <a:t>Slide 4: Executive Summary</a:t>
            </a:r>
          </a:p>
          <a:p>
            <a:pPr lvl="1"/>
            <a:r>
              <a:t>Section 1: Department KPI performance. EMP018 contributes to ast emp018 19 through recurring collaboration, clear ownership boundaries, and measurable outcomes. The team captures decisions, open issues, and handoffs so that knowledge remains discoverable for future programs.</a:t>
            </a:r>
          </a:p>
          <a:p>
            <a:pPr lvl="1"/>
            <a:r>
              <a:t>Section 2: Knowledge transfer and onboarding. EMP018 contributes to ast emp018 19 through recurring collaboration, clear ownership boundaries, and measurable outcomes. The team captures decisions, open issues, and handoffs so that knowledge remains discoverable for future programs.</a:t>
            </a:r>
          </a:p>
          <a:p>
            <a:pPr lvl="1"/>
            <a:r>
              <a:t>Section 3: Fabric semantic model planning. EMP018 contributes to ast emp018 19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Emp018 19 - EMP018</a:t>
            </a:r>
          </a:p>
        </p:txBody>
      </p:sp>
      <p:sp>
        <p:nvSpPr>
          <p:cNvPr id="3" name="Content Placeholder 2"/>
          <p:cNvSpPr>
            <a:spLocks noGrp="1"/>
          </p:cNvSpPr>
          <p:nvPr>
            <p:ph idx="1"/>
          </p:nvPr>
        </p:nvSpPr>
        <p:spPr/>
        <p:txBody>
          <a:bodyPr/>
          <a:lstStyle/>
          <a:p>
            <a:r>
              <a:t>Slide 5: Executive Summary</a:t>
            </a:r>
          </a:p>
          <a:p>
            <a:pPr lvl="1"/>
            <a:r>
              <a:t>Section 1: Department KPI performance. EMP018 contributes to ast emp018 19 through recurring collaboration, clear ownership boundaries, and measurable outcomes. The team captures decisions, open issues, and handoffs so that knowledge remains discoverable for future programs.</a:t>
            </a:r>
          </a:p>
          <a:p>
            <a:pPr lvl="1"/>
            <a:r>
              <a:t>Section 2: Customer escalation analysis. EMP018 contributes to ast emp018 19 through recurring collaboration, clear ownership boundaries, and measurable outcomes. The team captures decisions, open issues, and handoffs so that knowledge remains discoverable for future programs.</a:t>
            </a:r>
          </a:p>
          <a:p>
            <a:pPr lvl="1"/>
            <a:r>
              <a:t>Section 3: Automation backlog refinement. EMP018 contributes to ast emp018 19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