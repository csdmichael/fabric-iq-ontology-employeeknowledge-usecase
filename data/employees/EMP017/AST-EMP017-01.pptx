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EMP017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Architect | Manufacturing</a:t>
            </a:r>
          </a:p>
          <a:p>
            <a:r>
              <a:t>Prepared: 2025-01-19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Line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Production Line Efficiency for Manufacturing department.</a:t>
            </a:r>
          </a:p>
          <a:p>
            <a:r>
              <a:t>Responsible: Riley Patel (Architect)</a:t>
            </a:r>
          </a:p>
          <a:p>
            <a:r>
              <a:t>Location: Fremont | Skills: Python, Ontology, Synapse,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Equipment OEE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Equipment OEE Metrics for Manufacturing department.</a:t>
            </a:r>
          </a:p>
          <a:p>
            <a:r>
              <a:t>Responsible: Riley Patel (Architect)</a:t>
            </a:r>
          </a:p>
          <a:p>
            <a:r>
              <a:t>Location: Fremont | Skills: Python, Ontology, Synapse,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Compliance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Safety Compliance Update for Manufacturing department.</a:t>
            </a:r>
          </a:p>
          <a:p>
            <a:r>
              <a:t>Responsible: Riley Patel (Architect)</a:t>
            </a:r>
          </a:p>
          <a:p>
            <a:r>
              <a:t>Location: Fremont | Skills: Python, Ontology, Synapse, 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