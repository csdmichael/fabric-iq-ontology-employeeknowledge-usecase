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Emp017 14 - EMP017</a:t>
            </a:r>
          </a:p>
        </p:txBody>
      </p:sp>
      <p:sp>
        <p:nvSpPr>
          <p:cNvPr id="3" name="Content Placeholder 2"/>
          <p:cNvSpPr>
            <a:spLocks noGrp="1"/>
          </p:cNvSpPr>
          <p:nvPr>
            <p:ph idx="1"/>
          </p:nvPr>
        </p:nvSpPr>
        <p:spPr/>
        <p:txBody>
          <a:bodyPr/>
          <a:lstStyle/>
          <a:p>
            <a:r>
              <a:t>Slide 1: Executive Summary</a:t>
            </a:r>
          </a:p>
          <a:p>
            <a:pPr lvl="1"/>
            <a:r>
              <a:t>Section 1: Knowledge transfer and onboarding. EMP017 contributes to ast emp017 14 through recurring collaboration, clear ownership boundaries, and measurable outcomes. The team captures decisions, open issues, and handoffs so that knowledge remains discoverable for future programs.</a:t>
            </a:r>
          </a:p>
          <a:p>
            <a:pPr lvl="1"/>
            <a:r>
              <a:t>Section 2: Automation backlog refinement. EMP017 contributes to ast emp017 14 through recurring collaboration, clear ownership boundaries, and measurable outcomes. The team captures decisions, open issues, and handoffs so that knowledge remains discoverable for future programs.</a:t>
            </a:r>
          </a:p>
          <a:p>
            <a:pPr lvl="1"/>
            <a:r>
              <a:t>Section 3: Department KPI performance. EMP017 contributes to ast emp017 14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Emp017 14 - EMP017</a:t>
            </a:r>
          </a:p>
        </p:txBody>
      </p:sp>
      <p:sp>
        <p:nvSpPr>
          <p:cNvPr id="3" name="Content Placeholder 2"/>
          <p:cNvSpPr>
            <a:spLocks noGrp="1"/>
          </p:cNvSpPr>
          <p:nvPr>
            <p:ph idx="1"/>
          </p:nvPr>
        </p:nvSpPr>
        <p:spPr/>
        <p:txBody>
          <a:bodyPr/>
          <a:lstStyle/>
          <a:p>
            <a:r>
              <a:t>Slide 2: Executive Summary</a:t>
            </a:r>
          </a:p>
          <a:p>
            <a:pPr lvl="1"/>
            <a:r>
              <a:t>Section 1: Automation backlog refinement. EMP017 contributes to ast emp017 14 through recurring collaboration, clear ownership boundaries, and measurable outcomes. The team captures decisions, open issues, and handoffs so that knowledge remains discoverable for future programs.</a:t>
            </a:r>
          </a:p>
          <a:p>
            <a:pPr lvl="1"/>
            <a:r>
              <a:t>Section 2: Customer escalation analysis. EMP017 contributes to ast emp017 14 through recurring collaboration, clear ownership boundaries, and measurable outcomes. The team captures decisions, open issues, and handoffs so that knowledge remains discoverable for future programs.</a:t>
            </a:r>
          </a:p>
          <a:p>
            <a:pPr lvl="1"/>
            <a:r>
              <a:t>Section 3: Customer escalation analysis. EMP017 contributes to ast emp017 14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Emp017 14 - EMP017</a:t>
            </a:r>
          </a:p>
        </p:txBody>
      </p:sp>
      <p:sp>
        <p:nvSpPr>
          <p:cNvPr id="3" name="Content Placeholder 2"/>
          <p:cNvSpPr>
            <a:spLocks noGrp="1"/>
          </p:cNvSpPr>
          <p:nvPr>
            <p:ph idx="1"/>
          </p:nvPr>
        </p:nvSpPr>
        <p:spPr/>
        <p:txBody>
          <a:bodyPr/>
          <a:lstStyle/>
          <a:p>
            <a:r>
              <a:t>Slide 3: Executive Summary</a:t>
            </a:r>
          </a:p>
          <a:p>
            <a:pPr lvl="1"/>
            <a:r>
              <a:t>Section 1: Customer escalation analysis. EMP017 contributes to ast emp017 14 through recurring collaboration, clear ownership boundaries, and measurable outcomes. The team captures decisions, open issues, and handoffs so that knowledge remains discoverable for future programs.</a:t>
            </a:r>
          </a:p>
          <a:p>
            <a:pPr lvl="1"/>
            <a:r>
              <a:t>Section 2: Customer escalation analysis. EMP017 contributes to ast emp017 14 through recurring collaboration, clear ownership boundaries, and measurable outcomes. The team captures decisions, open issues, and handoffs so that knowledge remains discoverable for future programs.</a:t>
            </a:r>
          </a:p>
          <a:p>
            <a:pPr lvl="1"/>
            <a:r>
              <a:t>Section 3: Data quality remediation. EMP017 contributes to ast emp017 14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Emp017 14 - EMP017</a:t>
            </a:r>
          </a:p>
        </p:txBody>
      </p:sp>
      <p:sp>
        <p:nvSpPr>
          <p:cNvPr id="3" name="Content Placeholder 2"/>
          <p:cNvSpPr>
            <a:spLocks noGrp="1"/>
          </p:cNvSpPr>
          <p:nvPr>
            <p:ph idx="1"/>
          </p:nvPr>
        </p:nvSpPr>
        <p:spPr/>
        <p:txBody>
          <a:bodyPr/>
          <a:lstStyle/>
          <a:p>
            <a:r>
              <a:t>Slide 4: Executive Summary</a:t>
            </a:r>
          </a:p>
          <a:p>
            <a:pPr lvl="1"/>
            <a:r>
              <a:t>Section 1: Department KPI performance. EMP017 contributes to ast emp017 14 through recurring collaboration, clear ownership boundaries, and measurable outcomes. The team captures decisions, open issues, and handoffs so that knowledge remains discoverable for future programs.</a:t>
            </a:r>
          </a:p>
          <a:p>
            <a:pPr lvl="1"/>
            <a:r>
              <a:t>Section 2: Customer escalation analysis. EMP017 contributes to ast emp017 14 through recurring collaboration, clear ownership boundaries, and measurable outcomes. The team captures decisions, open issues, and handoffs so that knowledge remains discoverable for future programs.</a:t>
            </a:r>
          </a:p>
          <a:p>
            <a:pPr lvl="1"/>
            <a:r>
              <a:t>Section 3: Data quality remediation. EMP017 contributes to ast emp017 14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Emp017 14 - EMP017</a:t>
            </a:r>
          </a:p>
        </p:txBody>
      </p:sp>
      <p:sp>
        <p:nvSpPr>
          <p:cNvPr id="3" name="Content Placeholder 2"/>
          <p:cNvSpPr>
            <a:spLocks noGrp="1"/>
          </p:cNvSpPr>
          <p:nvPr>
            <p:ph idx="1"/>
          </p:nvPr>
        </p:nvSpPr>
        <p:spPr/>
        <p:txBody>
          <a:bodyPr/>
          <a:lstStyle/>
          <a:p>
            <a:r>
              <a:t>Slide 5: Executive Summary</a:t>
            </a:r>
          </a:p>
          <a:p>
            <a:pPr lvl="1"/>
            <a:r>
              <a:t>Section 1: Fabric semantic model planning. EMP017 contributes to ast emp017 14 through recurring collaboration, clear ownership boundaries, and measurable outcomes. The team captures decisions, open issues, and handoffs so that knowledge remains discoverable for future programs.</a:t>
            </a:r>
          </a:p>
          <a:p>
            <a:pPr lvl="1"/>
            <a:r>
              <a:t>Section 2: Data quality remediation. EMP017 contributes to ast emp017 14 through recurring collaboration, clear ownership boundaries, and measurable outcomes. The team captures decisions, open issues, and handoffs so that knowledge remains discoverable for future programs.</a:t>
            </a:r>
          </a:p>
          <a:p>
            <a:pPr lvl="1"/>
            <a:r>
              <a:t>Section 3: Data quality remediation. EMP017 contributes to ast emp017 14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