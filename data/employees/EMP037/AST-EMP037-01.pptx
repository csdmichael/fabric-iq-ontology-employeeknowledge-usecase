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01 - EMP037</a:t>
            </a:r>
          </a:p>
        </p:txBody>
      </p:sp>
      <p:sp>
        <p:nvSpPr>
          <p:cNvPr id="3" name="Content Placeholder 2"/>
          <p:cNvSpPr>
            <a:spLocks noGrp="1"/>
          </p:cNvSpPr>
          <p:nvPr>
            <p:ph idx="1"/>
          </p:nvPr>
        </p:nvSpPr>
        <p:spPr/>
        <p:txBody>
          <a:bodyPr/>
          <a:lstStyle/>
          <a:p>
            <a:r>
              <a:t>Slide 1: Executive Summary</a:t>
            </a:r>
          </a:p>
          <a:p>
            <a:pPr lvl="1"/>
            <a:r>
              <a:t>Section 1: Quarterly delivery milestones. EMP037 contributes to ast emp037 01 through recurring collaboration, clear ownership boundaries, and measurable outcomes. The team captures decisions, open issues, and handoffs so that knowledge remains discoverable for future programs.</a:t>
            </a:r>
          </a:p>
          <a:p>
            <a:pPr lvl="1"/>
            <a:r>
              <a:t>Section 2: Quarterly delivery milestones. EMP037 contributes to ast emp037 01 through recurring collaboration, clear ownership boundaries, and measurable outcomes. The team captures decisions, open issues, and handoffs so that knowledge remains discoverable for future programs.</a:t>
            </a:r>
          </a:p>
          <a:p>
            <a:pPr lvl="1"/>
            <a:r>
              <a:t>Section 3: Customer escalation analysis. EMP037 contributes to ast emp037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01 - EMP037</a:t>
            </a:r>
          </a:p>
        </p:txBody>
      </p:sp>
      <p:sp>
        <p:nvSpPr>
          <p:cNvPr id="3" name="Content Placeholder 2"/>
          <p:cNvSpPr>
            <a:spLocks noGrp="1"/>
          </p:cNvSpPr>
          <p:nvPr>
            <p:ph idx="1"/>
          </p:nvPr>
        </p:nvSpPr>
        <p:spPr/>
        <p:txBody>
          <a:bodyPr/>
          <a:lstStyle/>
          <a:p>
            <a:r>
              <a:t>Slide 2: Executive Summary</a:t>
            </a:r>
          </a:p>
          <a:p>
            <a:pPr lvl="1"/>
            <a:r>
              <a:t>Section 1: Data quality remediation. EMP037 contributes to ast emp037 01 through recurring collaboration, clear ownership boundaries, and measurable outcomes. The team captures decisions, open issues, and handoffs so that knowledge remains discoverable for future programs.</a:t>
            </a:r>
          </a:p>
          <a:p>
            <a:pPr lvl="1"/>
            <a:r>
              <a:t>Section 2: Department KPI performance. EMP037 contributes to ast emp037 01 through recurring collaboration, clear ownership boundaries, and measurable outcomes. The team captures decisions, open issues, and handoffs so that knowledge remains discoverable for future programs.</a:t>
            </a:r>
          </a:p>
          <a:p>
            <a:pPr lvl="1"/>
            <a:r>
              <a:t>Section 3: Data quality remediation. EMP037 contributes to ast emp037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01 - EMP037</a:t>
            </a:r>
          </a:p>
        </p:txBody>
      </p:sp>
      <p:sp>
        <p:nvSpPr>
          <p:cNvPr id="3" name="Content Placeholder 2"/>
          <p:cNvSpPr>
            <a:spLocks noGrp="1"/>
          </p:cNvSpPr>
          <p:nvPr>
            <p:ph idx="1"/>
          </p:nvPr>
        </p:nvSpPr>
        <p:spPr/>
        <p:txBody>
          <a:bodyPr/>
          <a:lstStyle/>
          <a:p>
            <a:r>
              <a:t>Slide 3: Executive Summary</a:t>
            </a:r>
          </a:p>
          <a:p>
            <a:pPr lvl="1"/>
            <a:r>
              <a:t>Section 1: Customer escalation analysis. EMP037 contributes to ast emp037 01 through recurring collaboration, clear ownership boundaries, and measurable outcomes. The team captures decisions, open issues, and handoffs so that knowledge remains discoverable for future programs.</a:t>
            </a:r>
          </a:p>
          <a:p>
            <a:pPr lvl="1"/>
            <a:r>
              <a:t>Section 2: Automation backlog refinement. EMP037 contributes to ast emp037 01 through recurring collaboration, clear ownership boundaries, and measurable outcomes. The team captures decisions, open issues, and handoffs so that knowledge remains discoverable for future programs.</a:t>
            </a:r>
          </a:p>
          <a:p>
            <a:pPr lvl="1"/>
            <a:r>
              <a:t>Section 3: Operational risk review. EMP037 contributes to ast emp037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01 - EMP037</a:t>
            </a:r>
          </a:p>
        </p:txBody>
      </p:sp>
      <p:sp>
        <p:nvSpPr>
          <p:cNvPr id="3" name="Content Placeholder 2"/>
          <p:cNvSpPr>
            <a:spLocks noGrp="1"/>
          </p:cNvSpPr>
          <p:nvPr>
            <p:ph idx="1"/>
          </p:nvPr>
        </p:nvSpPr>
        <p:spPr/>
        <p:txBody>
          <a:bodyPr/>
          <a:lstStyle/>
          <a:p>
            <a:r>
              <a:t>Slide 4: Executive Summary</a:t>
            </a:r>
          </a:p>
          <a:p>
            <a:pPr lvl="1"/>
            <a:r>
              <a:t>Section 1: Fabric semantic model planning. EMP037 contributes to ast emp037 01 through recurring collaboration, clear ownership boundaries, and measurable outcomes. The team captures decisions, open issues, and handoffs so that knowledge remains discoverable for future programs.</a:t>
            </a:r>
          </a:p>
          <a:p>
            <a:pPr lvl="1"/>
            <a:r>
              <a:t>Section 2: Data quality remediation. EMP037 contributes to ast emp037 01 through recurring collaboration, clear ownership boundaries, and measurable outcomes. The team captures decisions, open issues, and handoffs so that knowledge remains discoverable for future programs.</a:t>
            </a:r>
          </a:p>
          <a:p>
            <a:pPr lvl="1"/>
            <a:r>
              <a:t>Section 3: Fabric semantic model planning. EMP037 contributes to ast emp037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Emp037 01 - EMP037</a:t>
            </a:r>
          </a:p>
        </p:txBody>
      </p:sp>
      <p:sp>
        <p:nvSpPr>
          <p:cNvPr id="3" name="Content Placeholder 2"/>
          <p:cNvSpPr>
            <a:spLocks noGrp="1"/>
          </p:cNvSpPr>
          <p:nvPr>
            <p:ph idx="1"/>
          </p:nvPr>
        </p:nvSpPr>
        <p:spPr/>
        <p:txBody>
          <a:bodyPr/>
          <a:lstStyle/>
          <a:p>
            <a:r>
              <a:t>Slide 5: Executive Summary</a:t>
            </a:r>
          </a:p>
          <a:p>
            <a:pPr lvl="1"/>
            <a:r>
              <a:t>Section 1: Knowledge transfer and onboarding. EMP037 contributes to ast emp037 01 through recurring collaboration, clear ownership boundaries, and measurable outcomes. The team captures decisions, open issues, and handoffs so that knowledge remains discoverable for future programs.</a:t>
            </a:r>
          </a:p>
          <a:p>
            <a:pPr lvl="1"/>
            <a:r>
              <a:t>Section 2: Fabric semantic model planning. EMP037 contributes to ast emp037 01 through recurring collaboration, clear ownership boundaries, and measurable outcomes. The team captures decisions, open issues, and handoffs so that knowledge remains discoverable for future programs.</a:t>
            </a:r>
          </a:p>
          <a:p>
            <a:pPr lvl="1"/>
            <a:r>
              <a:t>Section 3: Quarterly delivery milestones. EMP037 contributes to ast emp037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