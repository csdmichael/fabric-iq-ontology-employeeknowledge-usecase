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Project update deck - EMP037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Riley Patel | Senior Engineer | Procurement</a:t>
            </a:r>
          </a:p>
          <a:p>
            <a:r>
              <a:t>Prepared: 2025-02-08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Vendor Scorecard Q2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Vendor Scorecard Q2 for Procurement department.</a:t>
            </a:r>
          </a:p>
          <a:p>
            <a:r>
              <a:t>Responsible: Riley Patel (Senior Engineer)</a:t>
            </a:r>
          </a:p>
          <a:p>
            <a:r>
              <a:t>Location: Fremont | Skills: Ontology, Kusto, Synapse, SQL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Contract Renewals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Contract Renewals Pipeline for Procurement department.</a:t>
            </a:r>
          </a:p>
          <a:p>
            <a:r>
              <a:t>Responsible: Riley Patel (Senior Engineer)</a:t>
            </a:r>
          </a:p>
          <a:p>
            <a:r>
              <a:t>Location: Fremont | Skills: Ontology, Kusto, Synapse, SQL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Category Spend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Category Spend Analysis for Procurement department.</a:t>
            </a:r>
          </a:p>
          <a:p>
            <a:r>
              <a:t>Responsible: Riley Patel (Senior Engineer)</a:t>
            </a:r>
          </a:p>
          <a:p>
            <a:r>
              <a:t>Location: Fremont | Skills: Ontology, Kusto, Synapse, SQL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