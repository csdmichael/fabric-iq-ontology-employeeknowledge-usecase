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Emp053 01 - EMP053</a:t>
            </a:r>
          </a:p>
        </p:txBody>
      </p:sp>
      <p:sp>
        <p:nvSpPr>
          <p:cNvPr id="3" name="Content Placeholder 2"/>
          <p:cNvSpPr>
            <a:spLocks noGrp="1"/>
          </p:cNvSpPr>
          <p:nvPr>
            <p:ph idx="1"/>
          </p:nvPr>
        </p:nvSpPr>
        <p:spPr/>
        <p:txBody>
          <a:bodyPr/>
          <a:lstStyle/>
          <a:p>
            <a:r>
              <a:t>Slide 1: Executive Summary</a:t>
            </a:r>
          </a:p>
          <a:p>
            <a:pPr lvl="1"/>
            <a:r>
              <a:t>Section 1: Customer escalation analysis. EMP053 contributes to ast emp053 01 through recurring collaboration, clear ownership boundaries, and measurable outcomes. The team captures decisions, open issues, and handoffs so that knowledge remains discoverable for future programs.</a:t>
            </a:r>
          </a:p>
          <a:p>
            <a:pPr lvl="1"/>
            <a:r>
              <a:t>Section 2: Automation backlog refinement. EMP053 contributes to ast emp053 01 through recurring collaboration, clear ownership boundaries, and measurable outcomes. The team captures decisions, open issues, and handoffs so that knowledge remains discoverable for future programs.</a:t>
            </a:r>
          </a:p>
          <a:p>
            <a:pPr lvl="1"/>
            <a:r>
              <a:t>Section 3: Knowledge transfer and onboarding. EMP053 contributes to ast emp053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Emp053 01 - EMP053</a:t>
            </a:r>
          </a:p>
        </p:txBody>
      </p:sp>
      <p:sp>
        <p:nvSpPr>
          <p:cNvPr id="3" name="Content Placeholder 2"/>
          <p:cNvSpPr>
            <a:spLocks noGrp="1"/>
          </p:cNvSpPr>
          <p:nvPr>
            <p:ph idx="1"/>
          </p:nvPr>
        </p:nvSpPr>
        <p:spPr/>
        <p:txBody>
          <a:bodyPr/>
          <a:lstStyle/>
          <a:p>
            <a:r>
              <a:t>Slide 2: Executive Summary</a:t>
            </a:r>
          </a:p>
          <a:p>
            <a:pPr lvl="1"/>
            <a:r>
              <a:t>Section 1: Knowledge transfer and onboarding. EMP053 contributes to ast emp053 01 through recurring collaboration, clear ownership boundaries, and measurable outcomes. The team captures decisions, open issues, and handoffs so that knowledge remains discoverable for future programs.</a:t>
            </a:r>
          </a:p>
          <a:p>
            <a:pPr lvl="1"/>
            <a:r>
              <a:t>Section 2: Automation backlog refinement. EMP053 contributes to ast emp053 01 through recurring collaboration, clear ownership boundaries, and measurable outcomes. The team captures decisions, open issues, and handoffs so that knowledge remains discoverable for future programs.</a:t>
            </a:r>
          </a:p>
          <a:p>
            <a:pPr lvl="1"/>
            <a:r>
              <a:t>Section 3: Operational risk review. EMP053 contributes to ast emp053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Emp053 01 - EMP053</a:t>
            </a:r>
          </a:p>
        </p:txBody>
      </p:sp>
      <p:sp>
        <p:nvSpPr>
          <p:cNvPr id="3" name="Content Placeholder 2"/>
          <p:cNvSpPr>
            <a:spLocks noGrp="1"/>
          </p:cNvSpPr>
          <p:nvPr>
            <p:ph idx="1"/>
          </p:nvPr>
        </p:nvSpPr>
        <p:spPr/>
        <p:txBody>
          <a:bodyPr/>
          <a:lstStyle/>
          <a:p>
            <a:r>
              <a:t>Slide 3: Executive Summary</a:t>
            </a:r>
          </a:p>
          <a:p>
            <a:pPr lvl="1"/>
            <a:r>
              <a:t>Section 1: Fabric semantic model planning. EMP053 contributes to ast emp053 01 through recurring collaboration, clear ownership boundaries, and measurable outcomes. The team captures decisions, open issues, and handoffs so that knowledge remains discoverable for future programs.</a:t>
            </a:r>
          </a:p>
          <a:p>
            <a:pPr lvl="1"/>
            <a:r>
              <a:t>Section 2: Fabric semantic model planning. EMP053 contributes to ast emp053 01 through recurring collaboration, clear ownership boundaries, and measurable outcomes. The team captures decisions, open issues, and handoffs so that knowledge remains discoverable for future programs.</a:t>
            </a:r>
          </a:p>
          <a:p>
            <a:pPr lvl="1"/>
            <a:r>
              <a:t>Section 3: Department KPI performance. EMP053 contributes to ast emp053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Emp053 01 - EMP053</a:t>
            </a:r>
          </a:p>
        </p:txBody>
      </p:sp>
      <p:sp>
        <p:nvSpPr>
          <p:cNvPr id="3" name="Content Placeholder 2"/>
          <p:cNvSpPr>
            <a:spLocks noGrp="1"/>
          </p:cNvSpPr>
          <p:nvPr>
            <p:ph idx="1"/>
          </p:nvPr>
        </p:nvSpPr>
        <p:spPr/>
        <p:txBody>
          <a:bodyPr/>
          <a:lstStyle/>
          <a:p>
            <a:r>
              <a:t>Slide 4: Executive Summary</a:t>
            </a:r>
          </a:p>
          <a:p>
            <a:pPr lvl="1"/>
            <a:r>
              <a:t>Section 1: Quarterly delivery milestones. EMP053 contributes to ast emp053 01 through recurring collaboration, clear ownership boundaries, and measurable outcomes. The team captures decisions, open issues, and handoffs so that knowledge remains discoverable for future programs.</a:t>
            </a:r>
          </a:p>
          <a:p>
            <a:pPr lvl="1"/>
            <a:r>
              <a:t>Section 2: Department KPI performance. EMP053 contributes to ast emp053 01 through recurring collaboration, clear ownership boundaries, and measurable outcomes. The team captures decisions, open issues, and handoffs so that knowledge remains discoverable for future programs.</a:t>
            </a:r>
          </a:p>
          <a:p>
            <a:pPr lvl="1"/>
            <a:r>
              <a:t>Section 3: Data quality remediation. EMP053 contributes to ast emp053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Emp053 01 - EMP053</a:t>
            </a:r>
          </a:p>
        </p:txBody>
      </p:sp>
      <p:sp>
        <p:nvSpPr>
          <p:cNvPr id="3" name="Content Placeholder 2"/>
          <p:cNvSpPr>
            <a:spLocks noGrp="1"/>
          </p:cNvSpPr>
          <p:nvPr>
            <p:ph idx="1"/>
          </p:nvPr>
        </p:nvSpPr>
        <p:spPr/>
        <p:txBody>
          <a:bodyPr/>
          <a:lstStyle/>
          <a:p>
            <a:r>
              <a:t>Slide 5: Executive Summary</a:t>
            </a:r>
          </a:p>
          <a:p>
            <a:pPr lvl="1"/>
            <a:r>
              <a:t>Section 1: Fabric semantic model planning. EMP053 contributes to ast emp053 01 through recurring collaboration, clear ownership boundaries, and measurable outcomes. The team captures decisions, open issues, and handoffs so that knowledge remains discoverable for future programs.</a:t>
            </a:r>
          </a:p>
          <a:p>
            <a:pPr lvl="1"/>
            <a:r>
              <a:t>Section 2: Operational risk review. EMP053 contributes to ast emp053 01 through recurring collaboration, clear ownership boundaries, and measurable outcomes. The team captures decisions, open issues, and handoffs so that knowledge remains discoverable for future programs.</a:t>
            </a:r>
          </a:p>
          <a:p>
            <a:pPr lvl="1"/>
            <a:r>
              <a:t>Section 3: Customer escalation analysis. EMP053 contributes to ast emp053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