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8"/>
    <p:sldId id="258" r:id="rId9"/>
    <p:sldId id="259" r:id="rId10"/>
    <p:sldId id="260" r:id="rId11"/>
  </p:sldIdLst>
  <p:sldSz cx="9144000"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slide" Target="slides/slide2.xml"/><Relationship Id="rId9" Type="http://schemas.openxmlformats.org/officeDocument/2006/relationships/slide" Target="slides/slide3.xml"/><Relationship Id="rId10" Type="http://schemas.openxmlformats.org/officeDocument/2006/relationships/slide" Target="slides/slide4.xml"/><Relationship Id="rId11" Type="http://schemas.openxmlformats.org/officeDocument/2006/relationships/slide" Target="slides/slide5.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slide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Ast Emp053 12 - EMP053</a:t>
            </a:r>
          </a:p>
        </p:txBody>
      </p:sp>
      <p:sp>
        <p:nvSpPr>
          <p:cNvPr id="3" name="Content Placeholder 2"/>
          <p:cNvSpPr>
            <a:spLocks noGrp="1"/>
          </p:cNvSpPr>
          <p:nvPr>
            <p:ph idx="1"/>
          </p:nvPr>
        </p:nvSpPr>
        <p:spPr/>
        <p:txBody>
          <a:bodyPr/>
          <a:lstStyle/>
          <a:p>
            <a:r>
              <a:t>Slide 1: Executive Summary</a:t>
            </a:r>
          </a:p>
          <a:p>
            <a:pPr lvl="1"/>
            <a:r>
              <a:t>Section 1: Department KPI performance. EMP053 contributes to ast emp053 12 through recurring collaboration, clear ownership boundaries, and measurable outcomes. The team captures decisions, open issues, and handoffs so that knowledge remains discoverable for future programs.</a:t>
            </a:r>
          </a:p>
          <a:p>
            <a:pPr lvl="1"/>
            <a:r>
              <a:t>Section 2: Quarterly delivery milestones. EMP053 contributes to ast emp053 12 through recurring collaboration, clear ownership boundaries, and measurable outcomes. The team captures decisions, open issues, and handoffs so that knowledge remains discoverable for future programs.</a:t>
            </a:r>
          </a:p>
          <a:p>
            <a:pPr lvl="1"/>
            <a:r>
              <a:t>Section 3: Quarterly delivery milestones. EMP053 contributes to ast emp053 12 through recurring collaboration, clear ownership boundaries, and measurable outcomes. The team captures decisions, open issues, and handoffs so that knowledge remains discoverable for future programs.</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Ast Emp053 12 - EMP053</a:t>
            </a:r>
          </a:p>
        </p:txBody>
      </p:sp>
      <p:sp>
        <p:nvSpPr>
          <p:cNvPr id="3" name="Content Placeholder 2"/>
          <p:cNvSpPr>
            <a:spLocks noGrp="1"/>
          </p:cNvSpPr>
          <p:nvPr>
            <p:ph idx="1"/>
          </p:nvPr>
        </p:nvSpPr>
        <p:spPr/>
        <p:txBody>
          <a:bodyPr/>
          <a:lstStyle/>
          <a:p>
            <a:r>
              <a:t>Slide 2: Executive Summary</a:t>
            </a:r>
          </a:p>
          <a:p>
            <a:pPr lvl="1"/>
            <a:r>
              <a:t>Section 1: Knowledge transfer and onboarding. EMP053 contributes to ast emp053 12 through recurring collaboration, clear ownership boundaries, and measurable outcomes. The team captures decisions, open issues, and handoffs so that knowledge remains discoverable for future programs.</a:t>
            </a:r>
          </a:p>
          <a:p>
            <a:pPr lvl="1"/>
            <a:r>
              <a:t>Section 2: Customer escalation analysis. EMP053 contributes to ast emp053 12 through recurring collaboration, clear ownership boundaries, and measurable outcomes. The team captures decisions, open issues, and handoffs so that knowledge remains discoverable for future programs.</a:t>
            </a:r>
          </a:p>
          <a:p>
            <a:pPr lvl="1"/>
            <a:r>
              <a:t>Section 3: Operational risk review. EMP053 contributes to ast emp053 12 through recurring collaboration, clear ownership boundaries, and measurable outcomes. The team captures decisions, open issues, and handoffs so that knowledge remains discoverable for future programs.</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Ast Emp053 12 - EMP053</a:t>
            </a:r>
          </a:p>
        </p:txBody>
      </p:sp>
      <p:sp>
        <p:nvSpPr>
          <p:cNvPr id="3" name="Content Placeholder 2"/>
          <p:cNvSpPr>
            <a:spLocks noGrp="1"/>
          </p:cNvSpPr>
          <p:nvPr>
            <p:ph idx="1"/>
          </p:nvPr>
        </p:nvSpPr>
        <p:spPr/>
        <p:txBody>
          <a:bodyPr/>
          <a:lstStyle/>
          <a:p>
            <a:r>
              <a:t>Slide 3: Executive Summary</a:t>
            </a:r>
          </a:p>
          <a:p>
            <a:pPr lvl="1"/>
            <a:r>
              <a:t>Section 1: Customer escalation analysis. EMP053 contributes to ast emp053 12 through recurring collaboration, clear ownership boundaries, and measurable outcomes. The team captures decisions, open issues, and handoffs so that knowledge remains discoverable for future programs.</a:t>
            </a:r>
          </a:p>
          <a:p>
            <a:pPr lvl="1"/>
            <a:r>
              <a:t>Section 2: Customer escalation analysis. EMP053 contributes to ast emp053 12 through recurring collaboration, clear ownership boundaries, and measurable outcomes. The team captures decisions, open issues, and handoffs so that knowledge remains discoverable for future programs.</a:t>
            </a:r>
          </a:p>
          <a:p>
            <a:pPr lvl="1"/>
            <a:r>
              <a:t>Section 3: Operational risk review. EMP053 contributes to ast emp053 12 through recurring collaboration, clear ownership boundaries, and measurable outcomes. The team captures decisions, open issues, and handoffs so that knowledge remains discoverable for future programs.</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Ast Emp053 12 - EMP053</a:t>
            </a:r>
          </a:p>
        </p:txBody>
      </p:sp>
      <p:sp>
        <p:nvSpPr>
          <p:cNvPr id="3" name="Content Placeholder 2"/>
          <p:cNvSpPr>
            <a:spLocks noGrp="1"/>
          </p:cNvSpPr>
          <p:nvPr>
            <p:ph idx="1"/>
          </p:nvPr>
        </p:nvSpPr>
        <p:spPr/>
        <p:txBody>
          <a:bodyPr/>
          <a:lstStyle/>
          <a:p>
            <a:r>
              <a:t>Slide 4: Executive Summary</a:t>
            </a:r>
          </a:p>
          <a:p>
            <a:pPr lvl="1"/>
            <a:r>
              <a:t>Section 1: Automation backlog refinement. EMP053 contributes to ast emp053 12 through recurring collaboration, clear ownership boundaries, and measurable outcomes. The team captures decisions, open issues, and handoffs so that knowledge remains discoverable for future programs.</a:t>
            </a:r>
          </a:p>
          <a:p>
            <a:pPr lvl="1"/>
            <a:r>
              <a:t>Section 2: Customer escalation analysis. EMP053 contributes to ast emp053 12 through recurring collaboration, clear ownership boundaries, and measurable outcomes. The team captures decisions, open issues, and handoffs so that knowledge remains discoverable for future programs.</a:t>
            </a:r>
          </a:p>
          <a:p>
            <a:pPr lvl="1"/>
            <a:r>
              <a:t>Section 3: Fabric semantic model planning. EMP053 contributes to ast emp053 12 through recurring collaboration, clear ownership boundaries, and measurable outcomes. The team captures decisions, open issues, and handoffs so that knowledge remains discoverable for future programs.</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Ast Emp053 12 - EMP053</a:t>
            </a:r>
          </a:p>
        </p:txBody>
      </p:sp>
      <p:sp>
        <p:nvSpPr>
          <p:cNvPr id="3" name="Content Placeholder 2"/>
          <p:cNvSpPr>
            <a:spLocks noGrp="1"/>
          </p:cNvSpPr>
          <p:nvPr>
            <p:ph idx="1"/>
          </p:nvPr>
        </p:nvSpPr>
        <p:spPr/>
        <p:txBody>
          <a:bodyPr/>
          <a:lstStyle/>
          <a:p>
            <a:r>
              <a:t>Slide 5: Executive Summary</a:t>
            </a:r>
          </a:p>
          <a:p>
            <a:pPr lvl="1"/>
            <a:r>
              <a:t>Section 1: Knowledge transfer and onboarding. EMP053 contributes to ast emp053 12 through recurring collaboration, clear ownership boundaries, and measurable outcomes. The team captures decisions, open issues, and handoffs so that knowledge remains discoverable for future programs.</a:t>
            </a:r>
          </a:p>
          <a:p>
            <a:pPr lvl="1"/>
            <a:r>
              <a:t>Section 2: Automation backlog refinement. EMP053 contributes to ast emp053 12 through recurring collaboration, clear ownership boundaries, and measurable outcomes. The team captures decisions, open issues, and handoffs so that knowledge remains discoverable for future programs.</a:t>
            </a:r>
          </a:p>
          <a:p>
            <a:pPr lvl="1"/>
            <a:r>
              <a:t>Section 3: Quarterly delivery milestones. EMP053 contributes to ast emp053 12 through recurring collaboration, clear ownership boundaries, and measurable outcomes. The team captures decisions, open issues, and handoffs so that knowledge remains discoverable for future programs.</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keywords/>
  <dc:description>generated using python-pptx</dc:description>
  <cp:lastModifiedBy>Steve Canny</cp:lastModifiedBy>
  <cp:revision>1</cp:revision>
  <dcterms:created xsi:type="dcterms:W3CDTF">2013-01-27T09:14:16Z</dcterms:created>
  <dcterms:modified xsi:type="dcterms:W3CDTF">2013-01-27T09:15:58Z</dcterms:modified>
  <cp:category/>
</cp:coreProperties>
</file>