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Emp030 01 - EMP030</a:t>
            </a:r>
          </a:p>
        </p:txBody>
      </p:sp>
      <p:sp>
        <p:nvSpPr>
          <p:cNvPr id="3" name="Content Placeholder 2"/>
          <p:cNvSpPr>
            <a:spLocks noGrp="1"/>
          </p:cNvSpPr>
          <p:nvPr>
            <p:ph idx="1"/>
          </p:nvPr>
        </p:nvSpPr>
        <p:spPr/>
        <p:txBody>
          <a:bodyPr/>
          <a:lstStyle/>
          <a:p>
            <a:r>
              <a:t>Slide 1: Executive Summary</a:t>
            </a:r>
          </a:p>
          <a:p>
            <a:pPr lvl="1"/>
            <a:r>
              <a:t>Section 1: Department KPI performance. EMP030 contributes to ast emp030 01 through recurring collaboration, clear ownership boundaries, and measurable outcomes. The team captures decisions, open issues, and handoffs so that knowledge remains discoverable for future programs.</a:t>
            </a:r>
          </a:p>
          <a:p>
            <a:pPr lvl="1"/>
            <a:r>
              <a:t>Section 2: Knowledge transfer and onboarding. EMP030 contributes to ast emp030 01 through recurring collaboration, clear ownership boundaries, and measurable outcomes. The team captures decisions, open issues, and handoffs so that knowledge remains discoverable for future programs.</a:t>
            </a:r>
          </a:p>
          <a:p>
            <a:pPr lvl="1"/>
            <a:r>
              <a:t>Section 3: Operational risk review. EMP030 contributes to ast emp030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Emp030 01 - EMP030</a:t>
            </a:r>
          </a:p>
        </p:txBody>
      </p:sp>
      <p:sp>
        <p:nvSpPr>
          <p:cNvPr id="3" name="Content Placeholder 2"/>
          <p:cNvSpPr>
            <a:spLocks noGrp="1"/>
          </p:cNvSpPr>
          <p:nvPr>
            <p:ph idx="1"/>
          </p:nvPr>
        </p:nvSpPr>
        <p:spPr/>
        <p:txBody>
          <a:bodyPr/>
          <a:lstStyle/>
          <a:p>
            <a:r>
              <a:t>Slide 2: Executive Summary</a:t>
            </a:r>
          </a:p>
          <a:p>
            <a:pPr lvl="1"/>
            <a:r>
              <a:t>Section 1: Quarterly delivery milestones. EMP030 contributes to ast emp030 01 through recurring collaboration, clear ownership boundaries, and measurable outcomes. The team captures decisions, open issues, and handoffs so that knowledge remains discoverable for future programs.</a:t>
            </a:r>
          </a:p>
          <a:p>
            <a:pPr lvl="1"/>
            <a:r>
              <a:t>Section 2: Fabric semantic model planning. EMP030 contributes to ast emp030 01 through recurring collaboration, clear ownership boundaries, and measurable outcomes. The team captures decisions, open issues, and handoffs so that knowledge remains discoverable for future programs.</a:t>
            </a:r>
          </a:p>
          <a:p>
            <a:pPr lvl="1"/>
            <a:r>
              <a:t>Section 3: Data quality remediation. EMP030 contributes to ast emp030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Emp030 01 - EMP030</a:t>
            </a:r>
          </a:p>
        </p:txBody>
      </p:sp>
      <p:sp>
        <p:nvSpPr>
          <p:cNvPr id="3" name="Content Placeholder 2"/>
          <p:cNvSpPr>
            <a:spLocks noGrp="1"/>
          </p:cNvSpPr>
          <p:nvPr>
            <p:ph idx="1"/>
          </p:nvPr>
        </p:nvSpPr>
        <p:spPr/>
        <p:txBody>
          <a:bodyPr/>
          <a:lstStyle/>
          <a:p>
            <a:r>
              <a:t>Slide 3: Executive Summary</a:t>
            </a:r>
          </a:p>
          <a:p>
            <a:pPr lvl="1"/>
            <a:r>
              <a:t>Section 1: Data quality remediation. EMP030 contributes to ast emp030 01 through recurring collaboration, clear ownership boundaries, and measurable outcomes. The team captures decisions, open issues, and handoffs so that knowledge remains discoverable for future programs.</a:t>
            </a:r>
          </a:p>
          <a:p>
            <a:pPr lvl="1"/>
            <a:r>
              <a:t>Section 2: Quarterly delivery milestones. EMP030 contributes to ast emp030 01 through recurring collaboration, clear ownership boundaries, and measurable outcomes. The team captures decisions, open issues, and handoffs so that knowledge remains discoverable for future programs.</a:t>
            </a:r>
          </a:p>
          <a:p>
            <a:pPr lvl="1"/>
            <a:r>
              <a:t>Section 3: Knowledge transfer and onboarding. EMP030 contributes to ast emp030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Emp030 01 - EMP030</a:t>
            </a:r>
          </a:p>
        </p:txBody>
      </p:sp>
      <p:sp>
        <p:nvSpPr>
          <p:cNvPr id="3" name="Content Placeholder 2"/>
          <p:cNvSpPr>
            <a:spLocks noGrp="1"/>
          </p:cNvSpPr>
          <p:nvPr>
            <p:ph idx="1"/>
          </p:nvPr>
        </p:nvSpPr>
        <p:spPr/>
        <p:txBody>
          <a:bodyPr/>
          <a:lstStyle/>
          <a:p>
            <a:r>
              <a:t>Slide 4: Executive Summary</a:t>
            </a:r>
          </a:p>
          <a:p>
            <a:pPr lvl="1"/>
            <a:r>
              <a:t>Section 1: Data quality remediation. EMP030 contributes to ast emp030 01 through recurring collaboration, clear ownership boundaries, and measurable outcomes. The team captures decisions, open issues, and handoffs so that knowledge remains discoverable for future programs.</a:t>
            </a:r>
          </a:p>
          <a:p>
            <a:pPr lvl="1"/>
            <a:r>
              <a:t>Section 2: Automation backlog refinement. EMP030 contributes to ast emp030 01 through recurring collaboration, clear ownership boundaries, and measurable outcomes. The team captures decisions, open issues, and handoffs so that knowledge remains discoverable for future programs.</a:t>
            </a:r>
          </a:p>
          <a:p>
            <a:pPr lvl="1"/>
            <a:r>
              <a:t>Section 3: Data quality remediation. EMP030 contributes to ast emp030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Emp030 01 - EMP030</a:t>
            </a:r>
          </a:p>
        </p:txBody>
      </p:sp>
      <p:sp>
        <p:nvSpPr>
          <p:cNvPr id="3" name="Content Placeholder 2"/>
          <p:cNvSpPr>
            <a:spLocks noGrp="1"/>
          </p:cNvSpPr>
          <p:nvPr>
            <p:ph idx="1"/>
          </p:nvPr>
        </p:nvSpPr>
        <p:spPr/>
        <p:txBody>
          <a:bodyPr/>
          <a:lstStyle/>
          <a:p>
            <a:r>
              <a:t>Slide 5: Executive Summary</a:t>
            </a:r>
          </a:p>
          <a:p>
            <a:pPr lvl="1"/>
            <a:r>
              <a:t>Section 1: Knowledge transfer and onboarding. EMP030 contributes to ast emp030 01 through recurring collaboration, clear ownership boundaries, and measurable outcomes. The team captures decisions, open issues, and handoffs so that knowledge remains discoverable for future programs.</a:t>
            </a:r>
          </a:p>
          <a:p>
            <a:pPr lvl="1"/>
            <a:r>
              <a:t>Section 2: Operational risk review. EMP030 contributes to ast emp030 01 through recurring collaboration, clear ownership boundaries, and measurable outcomes. The team captures decisions, open issues, and handoffs so that knowledge remains discoverable for future programs.</a:t>
            </a:r>
          </a:p>
          <a:p>
            <a:pPr lvl="1"/>
            <a:r>
              <a:t>Section 3: Automation backlog refinement. EMP030 contributes to ast emp030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