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Emp085 13 - EMP085</a:t>
            </a:r>
          </a:p>
        </p:txBody>
      </p:sp>
      <p:sp>
        <p:nvSpPr>
          <p:cNvPr id="3" name="Content Placeholder 2"/>
          <p:cNvSpPr>
            <a:spLocks noGrp="1"/>
          </p:cNvSpPr>
          <p:nvPr>
            <p:ph idx="1"/>
          </p:nvPr>
        </p:nvSpPr>
        <p:spPr/>
        <p:txBody>
          <a:bodyPr/>
          <a:lstStyle/>
          <a:p>
            <a:r>
              <a:t>Slide 1: Executive Summary</a:t>
            </a:r>
          </a:p>
          <a:p>
            <a:pPr lvl="1"/>
            <a:r>
              <a:t>Section 1: Data quality remediation. EMP085 contributes to ast emp085 13 through recurring collaboration, clear ownership boundaries, and measurable outcomes. The team captures decisions, open issues, and handoffs so that knowledge remains discoverable for future programs.</a:t>
            </a:r>
          </a:p>
          <a:p>
            <a:pPr lvl="1"/>
            <a:r>
              <a:t>Section 2: Department KPI performance. EMP085 contributes to ast emp085 13 through recurring collaboration, clear ownership boundaries, and measurable outcomes. The team captures decisions, open issues, and handoffs so that knowledge remains discoverable for future programs.</a:t>
            </a:r>
          </a:p>
          <a:p>
            <a:pPr lvl="1"/>
            <a:r>
              <a:t>Section 3: Quarterly delivery milestones. EMP085 contributes to ast emp085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Emp085 13 - EMP085</a:t>
            </a:r>
          </a:p>
        </p:txBody>
      </p:sp>
      <p:sp>
        <p:nvSpPr>
          <p:cNvPr id="3" name="Content Placeholder 2"/>
          <p:cNvSpPr>
            <a:spLocks noGrp="1"/>
          </p:cNvSpPr>
          <p:nvPr>
            <p:ph idx="1"/>
          </p:nvPr>
        </p:nvSpPr>
        <p:spPr/>
        <p:txBody>
          <a:bodyPr/>
          <a:lstStyle/>
          <a:p>
            <a:r>
              <a:t>Slide 2: Executive Summary</a:t>
            </a:r>
          </a:p>
          <a:p>
            <a:pPr lvl="1"/>
            <a:r>
              <a:t>Section 1: Quarterly delivery milestones. EMP085 contributes to ast emp085 13 through recurring collaboration, clear ownership boundaries, and measurable outcomes. The team captures decisions, open issues, and handoffs so that knowledge remains discoverable for future programs.</a:t>
            </a:r>
          </a:p>
          <a:p>
            <a:pPr lvl="1"/>
            <a:r>
              <a:t>Section 2: Department KPI performance. EMP085 contributes to ast emp085 13 through recurring collaboration, clear ownership boundaries, and measurable outcomes. The team captures decisions, open issues, and handoffs so that knowledge remains discoverable for future programs.</a:t>
            </a:r>
          </a:p>
          <a:p>
            <a:pPr lvl="1"/>
            <a:r>
              <a:t>Section 3: Knowledge transfer and onboarding. EMP085 contributes to ast emp085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Emp085 13 - EMP085</a:t>
            </a:r>
          </a:p>
        </p:txBody>
      </p:sp>
      <p:sp>
        <p:nvSpPr>
          <p:cNvPr id="3" name="Content Placeholder 2"/>
          <p:cNvSpPr>
            <a:spLocks noGrp="1"/>
          </p:cNvSpPr>
          <p:nvPr>
            <p:ph idx="1"/>
          </p:nvPr>
        </p:nvSpPr>
        <p:spPr/>
        <p:txBody>
          <a:bodyPr/>
          <a:lstStyle/>
          <a:p>
            <a:r>
              <a:t>Slide 3: Executive Summary</a:t>
            </a:r>
          </a:p>
          <a:p>
            <a:pPr lvl="1"/>
            <a:r>
              <a:t>Section 1: Fabric semantic model planning. EMP085 contributes to ast emp085 13 through recurring collaboration, clear ownership boundaries, and measurable outcomes. The team captures decisions, open issues, and handoffs so that knowledge remains discoverable for future programs.</a:t>
            </a:r>
          </a:p>
          <a:p>
            <a:pPr lvl="1"/>
            <a:r>
              <a:t>Section 2: Data quality remediation. EMP085 contributes to ast emp085 13 through recurring collaboration, clear ownership boundaries, and measurable outcomes. The team captures decisions, open issues, and handoffs so that knowledge remains discoverable for future programs.</a:t>
            </a:r>
          </a:p>
          <a:p>
            <a:pPr lvl="1"/>
            <a:r>
              <a:t>Section 3: Fabric semantic model planning. EMP085 contributes to ast emp085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Emp085 13 - EMP085</a:t>
            </a:r>
          </a:p>
        </p:txBody>
      </p:sp>
      <p:sp>
        <p:nvSpPr>
          <p:cNvPr id="3" name="Content Placeholder 2"/>
          <p:cNvSpPr>
            <a:spLocks noGrp="1"/>
          </p:cNvSpPr>
          <p:nvPr>
            <p:ph idx="1"/>
          </p:nvPr>
        </p:nvSpPr>
        <p:spPr/>
        <p:txBody>
          <a:bodyPr/>
          <a:lstStyle/>
          <a:p>
            <a:r>
              <a:t>Slide 4: Executive Summary</a:t>
            </a:r>
          </a:p>
          <a:p>
            <a:pPr lvl="1"/>
            <a:r>
              <a:t>Section 1: Data quality remediation. EMP085 contributes to ast emp085 13 through recurring collaboration, clear ownership boundaries, and measurable outcomes. The team captures decisions, open issues, and handoffs so that knowledge remains discoverable for future programs.</a:t>
            </a:r>
          </a:p>
          <a:p>
            <a:pPr lvl="1"/>
            <a:r>
              <a:t>Section 2: Operational risk review. EMP085 contributes to ast emp085 13 through recurring collaboration, clear ownership boundaries, and measurable outcomes. The team captures decisions, open issues, and handoffs so that knowledge remains discoverable for future programs.</a:t>
            </a:r>
          </a:p>
          <a:p>
            <a:pPr lvl="1"/>
            <a:r>
              <a:t>Section 3: Quarterly delivery milestones. EMP085 contributes to ast emp085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Emp085 13 - EMP085</a:t>
            </a:r>
          </a:p>
        </p:txBody>
      </p:sp>
      <p:sp>
        <p:nvSpPr>
          <p:cNvPr id="3" name="Content Placeholder 2"/>
          <p:cNvSpPr>
            <a:spLocks noGrp="1"/>
          </p:cNvSpPr>
          <p:nvPr>
            <p:ph idx="1"/>
          </p:nvPr>
        </p:nvSpPr>
        <p:spPr/>
        <p:txBody>
          <a:bodyPr/>
          <a:lstStyle/>
          <a:p>
            <a:r>
              <a:t>Slide 5: Executive Summary</a:t>
            </a:r>
          </a:p>
          <a:p>
            <a:pPr lvl="1"/>
            <a:r>
              <a:t>Section 1: Department KPI performance. EMP085 contributes to ast emp085 13 through recurring collaboration, clear ownership boundaries, and measurable outcomes. The team captures decisions, open issues, and handoffs so that knowledge remains discoverable for future programs.</a:t>
            </a:r>
          </a:p>
          <a:p>
            <a:pPr lvl="1"/>
            <a:r>
              <a:t>Section 2: Department KPI performance. EMP085 contributes to ast emp085 13 through recurring collaboration, clear ownership boundaries, and measurable outcomes. The team captures decisions, open issues, and handoffs so that knowledge remains discoverable for future programs.</a:t>
            </a:r>
          </a:p>
          <a:p>
            <a:pPr lvl="1"/>
            <a:r>
              <a:t>Section 3: Automation backlog refinement. EMP085 contributes to ast emp085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