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13 - EMP011</a:t>
            </a:r>
          </a:p>
        </p:txBody>
      </p:sp>
      <p:sp>
        <p:nvSpPr>
          <p:cNvPr id="3" name="Content Placeholder 2"/>
          <p:cNvSpPr>
            <a:spLocks noGrp="1"/>
          </p:cNvSpPr>
          <p:nvPr>
            <p:ph idx="1"/>
          </p:nvPr>
        </p:nvSpPr>
        <p:spPr/>
        <p:txBody>
          <a:bodyPr/>
          <a:lstStyle/>
          <a:p>
            <a:r>
              <a:t>Slide 1: Executive Summary</a:t>
            </a:r>
          </a:p>
          <a:p>
            <a:pPr lvl="1"/>
            <a:r>
              <a:t>Section 1: Fabric semantic model planning. EMP011 contributes to ast emp011 13 through recurring collaboration, clear ownership boundaries, and measurable outcomes. The team captures decisions, open issues, and handoffs so that knowledge remains discoverable for future programs.</a:t>
            </a:r>
          </a:p>
          <a:p>
            <a:pPr lvl="1"/>
            <a:r>
              <a:t>Section 2: Operational risk review. EMP011 contributes to ast emp011 13 through recurring collaboration, clear ownership boundaries, and measurable outcomes. The team captures decisions, open issues, and handoffs so that knowledge remains discoverable for future programs.</a:t>
            </a:r>
          </a:p>
          <a:p>
            <a:pPr lvl="1"/>
            <a:r>
              <a:t>Section 3: Automation backlog refinement. EMP011 contributes to ast emp011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13 - EMP011</a:t>
            </a:r>
          </a:p>
        </p:txBody>
      </p:sp>
      <p:sp>
        <p:nvSpPr>
          <p:cNvPr id="3" name="Content Placeholder 2"/>
          <p:cNvSpPr>
            <a:spLocks noGrp="1"/>
          </p:cNvSpPr>
          <p:nvPr>
            <p:ph idx="1"/>
          </p:nvPr>
        </p:nvSpPr>
        <p:spPr/>
        <p:txBody>
          <a:bodyPr/>
          <a:lstStyle/>
          <a:p>
            <a:r>
              <a:t>Slide 2: Executive Summary</a:t>
            </a:r>
          </a:p>
          <a:p>
            <a:pPr lvl="1"/>
            <a:r>
              <a:t>Section 1: Quarterly delivery milestones. EMP011 contributes to ast emp011 13 through recurring collaboration, clear ownership boundaries, and measurable outcomes. The team captures decisions, open issues, and handoffs so that knowledge remains discoverable for future programs.</a:t>
            </a:r>
          </a:p>
          <a:p>
            <a:pPr lvl="1"/>
            <a:r>
              <a:t>Section 2: Quarterly delivery milestones. EMP011 contributes to ast emp011 13 through recurring collaboration, clear ownership boundaries, and measurable outcomes. The team captures decisions, open issues, and handoffs so that knowledge remains discoverable for future programs.</a:t>
            </a:r>
          </a:p>
          <a:p>
            <a:pPr lvl="1"/>
            <a:r>
              <a:t>Section 3: Customer escalation analysis. EMP011 contributes to ast emp011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13 - EMP011</a:t>
            </a:r>
          </a:p>
        </p:txBody>
      </p:sp>
      <p:sp>
        <p:nvSpPr>
          <p:cNvPr id="3" name="Content Placeholder 2"/>
          <p:cNvSpPr>
            <a:spLocks noGrp="1"/>
          </p:cNvSpPr>
          <p:nvPr>
            <p:ph idx="1"/>
          </p:nvPr>
        </p:nvSpPr>
        <p:spPr/>
        <p:txBody>
          <a:bodyPr/>
          <a:lstStyle/>
          <a:p>
            <a:r>
              <a:t>Slide 3: Executive Summary</a:t>
            </a:r>
          </a:p>
          <a:p>
            <a:pPr lvl="1"/>
            <a:r>
              <a:t>Section 1: Fabric semantic model planning. EMP011 contributes to ast emp011 13 through recurring collaboration, clear ownership boundaries, and measurable outcomes. The team captures decisions, open issues, and handoffs so that knowledge remains discoverable for future programs.</a:t>
            </a:r>
          </a:p>
          <a:p>
            <a:pPr lvl="1"/>
            <a:r>
              <a:t>Section 2: Knowledge transfer and onboarding. EMP011 contributes to ast emp011 13 through recurring collaboration, clear ownership boundaries, and measurable outcomes. The team captures decisions, open issues, and handoffs so that knowledge remains discoverable for future programs.</a:t>
            </a:r>
          </a:p>
          <a:p>
            <a:pPr lvl="1"/>
            <a:r>
              <a:t>Section 3: Quarterly delivery milestones. EMP011 contributes to ast emp011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13 - EMP011</a:t>
            </a:r>
          </a:p>
        </p:txBody>
      </p:sp>
      <p:sp>
        <p:nvSpPr>
          <p:cNvPr id="3" name="Content Placeholder 2"/>
          <p:cNvSpPr>
            <a:spLocks noGrp="1"/>
          </p:cNvSpPr>
          <p:nvPr>
            <p:ph idx="1"/>
          </p:nvPr>
        </p:nvSpPr>
        <p:spPr/>
        <p:txBody>
          <a:bodyPr/>
          <a:lstStyle/>
          <a:p>
            <a:r>
              <a:t>Slide 4: Executive Summary</a:t>
            </a:r>
          </a:p>
          <a:p>
            <a:pPr lvl="1"/>
            <a:r>
              <a:t>Section 1: Operational risk review. EMP011 contributes to ast emp011 13 through recurring collaboration, clear ownership boundaries, and measurable outcomes. The team captures decisions, open issues, and handoffs so that knowledge remains discoverable for future programs.</a:t>
            </a:r>
          </a:p>
          <a:p>
            <a:pPr lvl="1"/>
            <a:r>
              <a:t>Section 2: Knowledge transfer and onboarding. EMP011 contributes to ast emp011 13 through recurring collaboration, clear ownership boundaries, and measurable outcomes. The team captures decisions, open issues, and handoffs so that knowledge remains discoverable for future programs.</a:t>
            </a:r>
          </a:p>
          <a:p>
            <a:pPr lvl="1"/>
            <a:r>
              <a:t>Section 3: Knowledge transfer and onboarding. EMP011 contributes to ast emp011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Emp011 13 - EMP011</a:t>
            </a:r>
          </a:p>
        </p:txBody>
      </p:sp>
      <p:sp>
        <p:nvSpPr>
          <p:cNvPr id="3" name="Content Placeholder 2"/>
          <p:cNvSpPr>
            <a:spLocks noGrp="1"/>
          </p:cNvSpPr>
          <p:nvPr>
            <p:ph idx="1"/>
          </p:nvPr>
        </p:nvSpPr>
        <p:spPr/>
        <p:txBody>
          <a:bodyPr/>
          <a:lstStyle/>
          <a:p>
            <a:r>
              <a:t>Slide 5: Executive Summary</a:t>
            </a:r>
          </a:p>
          <a:p>
            <a:pPr lvl="1"/>
            <a:r>
              <a:t>Section 1: Knowledge transfer and onboarding. EMP011 contributes to ast emp011 13 through recurring collaboration, clear ownership boundaries, and measurable outcomes. The team captures decisions, open issues, and handoffs so that knowledge remains discoverable for future programs.</a:t>
            </a:r>
          </a:p>
          <a:p>
            <a:pPr lvl="1"/>
            <a:r>
              <a:t>Section 2: Fabric semantic model planning. EMP011 contributes to ast emp011 13 through recurring collaboration, clear ownership boundaries, and measurable outcomes. The team captures decisions, open issues, and handoffs so that knowledge remains discoverable for future programs.</a:t>
            </a:r>
          </a:p>
          <a:p>
            <a:pPr lvl="1"/>
            <a:r>
              <a:t>Section 3: Customer escalation analysis. EMP011 contributes to ast emp011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