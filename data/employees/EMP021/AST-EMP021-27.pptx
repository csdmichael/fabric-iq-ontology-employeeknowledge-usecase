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Emp021 27 - EMP021</a:t>
            </a:r>
          </a:p>
        </p:txBody>
      </p:sp>
      <p:sp>
        <p:nvSpPr>
          <p:cNvPr id="3" name="Content Placeholder 2"/>
          <p:cNvSpPr>
            <a:spLocks noGrp="1"/>
          </p:cNvSpPr>
          <p:nvPr>
            <p:ph idx="1"/>
          </p:nvPr>
        </p:nvSpPr>
        <p:spPr/>
        <p:txBody>
          <a:bodyPr/>
          <a:lstStyle/>
          <a:p>
            <a:r>
              <a:t>Slide 1: Executive Summary</a:t>
            </a:r>
          </a:p>
          <a:p>
            <a:pPr lvl="1"/>
            <a:r>
              <a:t>Section 1: Customer escalation analysis. EMP021 contributes to ast emp021 27 through recurring collaboration, clear ownership boundaries, and measurable outcomes. The team captures decisions, open issues, and handoffs so that knowledge remains discoverable for future programs.</a:t>
            </a:r>
          </a:p>
          <a:p>
            <a:pPr lvl="1"/>
            <a:r>
              <a:t>Section 2: Automation backlog refinement. EMP021 contributes to ast emp021 27 through recurring collaboration, clear ownership boundaries, and measurable outcomes. The team captures decisions, open issues, and handoffs so that knowledge remains discoverable for future programs.</a:t>
            </a:r>
          </a:p>
          <a:p>
            <a:pPr lvl="1"/>
            <a:r>
              <a:t>Section 3: Department KPI performance. EMP021 contributes to ast emp021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Emp021 27 - EMP021</a:t>
            </a:r>
          </a:p>
        </p:txBody>
      </p:sp>
      <p:sp>
        <p:nvSpPr>
          <p:cNvPr id="3" name="Content Placeholder 2"/>
          <p:cNvSpPr>
            <a:spLocks noGrp="1"/>
          </p:cNvSpPr>
          <p:nvPr>
            <p:ph idx="1"/>
          </p:nvPr>
        </p:nvSpPr>
        <p:spPr/>
        <p:txBody>
          <a:bodyPr/>
          <a:lstStyle/>
          <a:p>
            <a:r>
              <a:t>Slide 2: Executive Summary</a:t>
            </a:r>
          </a:p>
          <a:p>
            <a:pPr lvl="1"/>
            <a:r>
              <a:t>Section 1: Quarterly delivery milestones. EMP021 contributes to ast emp021 27 through recurring collaboration, clear ownership boundaries, and measurable outcomes. The team captures decisions, open issues, and handoffs so that knowledge remains discoverable for future programs.</a:t>
            </a:r>
          </a:p>
          <a:p>
            <a:pPr lvl="1"/>
            <a:r>
              <a:t>Section 2: Department KPI performance. EMP021 contributes to ast emp021 27 through recurring collaboration, clear ownership boundaries, and measurable outcomes. The team captures decisions, open issues, and handoffs so that knowledge remains discoverable for future programs.</a:t>
            </a:r>
          </a:p>
          <a:p>
            <a:pPr lvl="1"/>
            <a:r>
              <a:t>Section 3: Quarterly delivery milestones. EMP021 contributes to ast emp021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Emp021 27 - EMP021</a:t>
            </a:r>
          </a:p>
        </p:txBody>
      </p:sp>
      <p:sp>
        <p:nvSpPr>
          <p:cNvPr id="3" name="Content Placeholder 2"/>
          <p:cNvSpPr>
            <a:spLocks noGrp="1"/>
          </p:cNvSpPr>
          <p:nvPr>
            <p:ph idx="1"/>
          </p:nvPr>
        </p:nvSpPr>
        <p:spPr/>
        <p:txBody>
          <a:bodyPr/>
          <a:lstStyle/>
          <a:p>
            <a:r>
              <a:t>Slide 3: Executive Summary</a:t>
            </a:r>
          </a:p>
          <a:p>
            <a:pPr lvl="1"/>
            <a:r>
              <a:t>Section 1: Department KPI performance. EMP021 contributes to ast emp021 27 through recurring collaboration, clear ownership boundaries, and measurable outcomes. The team captures decisions, open issues, and handoffs so that knowledge remains discoverable for future programs.</a:t>
            </a:r>
          </a:p>
          <a:p>
            <a:pPr lvl="1"/>
            <a:r>
              <a:t>Section 2: Automation backlog refinement. EMP021 contributes to ast emp021 27 through recurring collaboration, clear ownership boundaries, and measurable outcomes. The team captures decisions, open issues, and handoffs so that knowledge remains discoverable for future programs.</a:t>
            </a:r>
          </a:p>
          <a:p>
            <a:pPr lvl="1"/>
            <a:r>
              <a:t>Section 3: Operational risk review. EMP021 contributes to ast emp021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Emp021 27 - EMP021</a:t>
            </a:r>
          </a:p>
        </p:txBody>
      </p:sp>
      <p:sp>
        <p:nvSpPr>
          <p:cNvPr id="3" name="Content Placeholder 2"/>
          <p:cNvSpPr>
            <a:spLocks noGrp="1"/>
          </p:cNvSpPr>
          <p:nvPr>
            <p:ph idx="1"/>
          </p:nvPr>
        </p:nvSpPr>
        <p:spPr/>
        <p:txBody>
          <a:bodyPr/>
          <a:lstStyle/>
          <a:p>
            <a:r>
              <a:t>Slide 4: Executive Summary</a:t>
            </a:r>
          </a:p>
          <a:p>
            <a:pPr lvl="1"/>
            <a:r>
              <a:t>Section 1: Automation backlog refinement. EMP021 contributes to ast emp021 27 through recurring collaboration, clear ownership boundaries, and measurable outcomes. The team captures decisions, open issues, and handoffs so that knowledge remains discoverable for future programs.</a:t>
            </a:r>
          </a:p>
          <a:p>
            <a:pPr lvl="1"/>
            <a:r>
              <a:t>Section 2: Customer escalation analysis. EMP021 contributes to ast emp021 27 through recurring collaboration, clear ownership boundaries, and measurable outcomes. The team captures decisions, open issues, and handoffs so that knowledge remains discoverable for future programs.</a:t>
            </a:r>
          </a:p>
          <a:p>
            <a:pPr lvl="1"/>
            <a:r>
              <a:t>Section 3: Fabric semantic model planning. EMP021 contributes to ast emp021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Emp021 27 - EMP021</a:t>
            </a:r>
          </a:p>
        </p:txBody>
      </p:sp>
      <p:sp>
        <p:nvSpPr>
          <p:cNvPr id="3" name="Content Placeholder 2"/>
          <p:cNvSpPr>
            <a:spLocks noGrp="1"/>
          </p:cNvSpPr>
          <p:nvPr>
            <p:ph idx="1"/>
          </p:nvPr>
        </p:nvSpPr>
        <p:spPr/>
        <p:txBody>
          <a:bodyPr/>
          <a:lstStyle/>
          <a:p>
            <a:r>
              <a:t>Slide 5: Executive Summary</a:t>
            </a:r>
          </a:p>
          <a:p>
            <a:pPr lvl="1"/>
            <a:r>
              <a:t>Section 1: Quarterly delivery milestones. EMP021 contributes to ast emp021 27 through recurring collaboration, clear ownership boundaries, and measurable outcomes. The team captures decisions, open issues, and handoffs so that knowledge remains discoverable for future programs.</a:t>
            </a:r>
          </a:p>
          <a:p>
            <a:pPr lvl="1"/>
            <a:r>
              <a:t>Section 2: Customer escalation analysis. EMP021 contributes to ast emp021 27 through recurring collaboration, clear ownership boundaries, and measurable outcomes. The team captures decisions, open issues, and handoffs so that knowledge remains discoverable for future programs.</a:t>
            </a:r>
          </a:p>
          <a:p>
            <a:pPr lvl="1"/>
            <a:r>
              <a:t>Section 3: Data quality remediation. EMP021 contributes to ast emp021 27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