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01 - EMP089</a:t>
            </a:r>
          </a:p>
        </p:txBody>
      </p:sp>
      <p:sp>
        <p:nvSpPr>
          <p:cNvPr id="3" name="Content Placeholder 2"/>
          <p:cNvSpPr>
            <a:spLocks noGrp="1"/>
          </p:cNvSpPr>
          <p:nvPr>
            <p:ph idx="1"/>
          </p:nvPr>
        </p:nvSpPr>
        <p:spPr/>
        <p:txBody>
          <a:bodyPr/>
          <a:lstStyle/>
          <a:p>
            <a:r>
              <a:t>Slide 1: Executive Summary</a:t>
            </a:r>
          </a:p>
          <a:p>
            <a:pPr lvl="1"/>
            <a:r>
              <a:t>Section 1: Data quality remediation. EMP089 contributes to ast emp089 01 through recurring collaboration, clear ownership boundaries, and measurable outcomes. The team captures decisions, open issues, and handoffs so that knowledge remains discoverable for future programs.</a:t>
            </a:r>
          </a:p>
          <a:p>
            <a:pPr lvl="1"/>
            <a:r>
              <a:t>Section 2: Automation backlog refinement. EMP089 contributes to ast emp089 01 through recurring collaboration, clear ownership boundaries, and measurable outcomes. The team captures decisions, open issues, and handoffs so that knowledge remains discoverable for future programs.</a:t>
            </a:r>
          </a:p>
          <a:p>
            <a:pPr lvl="1"/>
            <a:r>
              <a:t>Section 3: Customer escalation analysis. EMP089 contributes to ast emp089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01 - EMP089</a:t>
            </a:r>
          </a:p>
        </p:txBody>
      </p:sp>
      <p:sp>
        <p:nvSpPr>
          <p:cNvPr id="3" name="Content Placeholder 2"/>
          <p:cNvSpPr>
            <a:spLocks noGrp="1"/>
          </p:cNvSpPr>
          <p:nvPr>
            <p:ph idx="1"/>
          </p:nvPr>
        </p:nvSpPr>
        <p:spPr/>
        <p:txBody>
          <a:bodyPr/>
          <a:lstStyle/>
          <a:p>
            <a:r>
              <a:t>Slide 2: Executive Summary</a:t>
            </a:r>
          </a:p>
          <a:p>
            <a:pPr lvl="1"/>
            <a:r>
              <a:t>Section 1: Customer escalation analysis. EMP089 contributes to ast emp089 01 through recurring collaboration, clear ownership boundaries, and measurable outcomes. The team captures decisions, open issues, and handoffs so that knowledge remains discoverable for future programs.</a:t>
            </a:r>
          </a:p>
          <a:p>
            <a:pPr lvl="1"/>
            <a:r>
              <a:t>Section 2: Quarterly delivery milestones. EMP089 contributes to ast emp089 01 through recurring collaboration, clear ownership boundaries, and measurable outcomes. The team captures decisions, open issues, and handoffs so that knowledge remains discoverable for future programs.</a:t>
            </a:r>
          </a:p>
          <a:p>
            <a:pPr lvl="1"/>
            <a:r>
              <a:t>Section 3: Operational risk review. EMP089 contributes to ast emp089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01 - EMP089</a:t>
            </a:r>
          </a:p>
        </p:txBody>
      </p:sp>
      <p:sp>
        <p:nvSpPr>
          <p:cNvPr id="3" name="Content Placeholder 2"/>
          <p:cNvSpPr>
            <a:spLocks noGrp="1"/>
          </p:cNvSpPr>
          <p:nvPr>
            <p:ph idx="1"/>
          </p:nvPr>
        </p:nvSpPr>
        <p:spPr/>
        <p:txBody>
          <a:bodyPr/>
          <a:lstStyle/>
          <a:p>
            <a:r>
              <a:t>Slide 3: Executive Summary</a:t>
            </a:r>
          </a:p>
          <a:p>
            <a:pPr lvl="1"/>
            <a:r>
              <a:t>Section 1: Automation backlog refinement. EMP089 contributes to ast emp089 01 through recurring collaboration, clear ownership boundaries, and measurable outcomes. The team captures decisions, open issues, and handoffs so that knowledge remains discoverable for future programs.</a:t>
            </a:r>
          </a:p>
          <a:p>
            <a:pPr lvl="1"/>
            <a:r>
              <a:t>Section 2: Quarterly delivery milestones. EMP089 contributes to ast emp089 01 through recurring collaboration, clear ownership boundaries, and measurable outcomes. The team captures decisions, open issues, and handoffs so that knowledge remains discoverable for future programs.</a:t>
            </a:r>
          </a:p>
          <a:p>
            <a:pPr lvl="1"/>
            <a:r>
              <a:t>Section 3: Automation backlog refinement. EMP089 contributes to ast emp089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01 - EMP089</a:t>
            </a:r>
          </a:p>
        </p:txBody>
      </p:sp>
      <p:sp>
        <p:nvSpPr>
          <p:cNvPr id="3" name="Content Placeholder 2"/>
          <p:cNvSpPr>
            <a:spLocks noGrp="1"/>
          </p:cNvSpPr>
          <p:nvPr>
            <p:ph idx="1"/>
          </p:nvPr>
        </p:nvSpPr>
        <p:spPr/>
        <p:txBody>
          <a:bodyPr/>
          <a:lstStyle/>
          <a:p>
            <a:r>
              <a:t>Slide 4: Executive Summary</a:t>
            </a:r>
          </a:p>
          <a:p>
            <a:pPr lvl="1"/>
            <a:r>
              <a:t>Section 1: Department KPI performance. EMP089 contributes to ast emp089 01 through recurring collaboration, clear ownership boundaries, and measurable outcomes. The team captures decisions, open issues, and handoffs so that knowledge remains discoverable for future programs.</a:t>
            </a:r>
          </a:p>
          <a:p>
            <a:pPr lvl="1"/>
            <a:r>
              <a:t>Section 2: Automation backlog refinement. EMP089 contributes to ast emp089 01 through recurring collaboration, clear ownership boundaries, and measurable outcomes. The team captures decisions, open issues, and handoffs so that knowledge remains discoverable for future programs.</a:t>
            </a:r>
          </a:p>
          <a:p>
            <a:pPr lvl="1"/>
            <a:r>
              <a:t>Section 3: Quarterly delivery milestones. EMP089 contributes to ast emp089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Emp089 01 - EMP089</a:t>
            </a:r>
          </a:p>
        </p:txBody>
      </p:sp>
      <p:sp>
        <p:nvSpPr>
          <p:cNvPr id="3" name="Content Placeholder 2"/>
          <p:cNvSpPr>
            <a:spLocks noGrp="1"/>
          </p:cNvSpPr>
          <p:nvPr>
            <p:ph idx="1"/>
          </p:nvPr>
        </p:nvSpPr>
        <p:spPr/>
        <p:txBody>
          <a:bodyPr/>
          <a:lstStyle/>
          <a:p>
            <a:r>
              <a:t>Slide 5: Executive Summary</a:t>
            </a:r>
          </a:p>
          <a:p>
            <a:pPr lvl="1"/>
            <a:r>
              <a:t>Section 1: Operational risk review. EMP089 contributes to ast emp089 01 through recurring collaboration, clear ownership boundaries, and measurable outcomes. The team captures decisions, open issues, and handoffs so that knowledge remains discoverable for future programs.</a:t>
            </a:r>
          </a:p>
          <a:p>
            <a:pPr lvl="1"/>
            <a:r>
              <a:t>Section 2: Fabric semantic model planning. EMP089 contributes to ast emp089 01 through recurring collaboration, clear ownership boundaries, and measurable outcomes. The team captures decisions, open issues, and handoffs so that knowledge remains discoverable for future programs.</a:t>
            </a:r>
          </a:p>
          <a:p>
            <a:pPr lvl="1"/>
            <a:r>
              <a:t>Section 3: Department KPI performance. EMP089 contributes to ast emp089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