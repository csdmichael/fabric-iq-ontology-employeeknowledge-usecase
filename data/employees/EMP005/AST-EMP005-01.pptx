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Emp005 01 - EMP005</a:t>
            </a:r>
          </a:p>
        </p:txBody>
      </p:sp>
      <p:sp>
        <p:nvSpPr>
          <p:cNvPr id="3" name="Content Placeholder 2"/>
          <p:cNvSpPr>
            <a:spLocks noGrp="1"/>
          </p:cNvSpPr>
          <p:nvPr>
            <p:ph idx="1"/>
          </p:nvPr>
        </p:nvSpPr>
        <p:spPr/>
        <p:txBody>
          <a:bodyPr/>
          <a:lstStyle/>
          <a:p>
            <a:r>
              <a:t>Slide 1: Executive Summary</a:t>
            </a:r>
          </a:p>
          <a:p>
            <a:pPr lvl="1"/>
            <a:r>
              <a:t>Section 1: Quarterly delivery milestones. EMP005 contributes to ast emp005 01 through recurring collaboration, clear ownership boundaries, and measurable outcomes. The team captures decisions, open issues, and handoffs so that knowledge remains discoverable for future programs.</a:t>
            </a:r>
          </a:p>
          <a:p>
            <a:pPr lvl="1"/>
            <a:r>
              <a:t>Section 2: Automation backlog refinement. EMP005 contributes to ast emp005 01 through recurring collaboration, clear ownership boundaries, and measurable outcomes. The team captures decisions, open issues, and handoffs so that knowledge remains discoverable for future programs.</a:t>
            </a:r>
          </a:p>
          <a:p>
            <a:pPr lvl="1"/>
            <a:r>
              <a:t>Section 3: Operational risk review. EMP005 contributes to ast emp005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Emp005 01 - EMP005</a:t>
            </a:r>
          </a:p>
        </p:txBody>
      </p:sp>
      <p:sp>
        <p:nvSpPr>
          <p:cNvPr id="3" name="Content Placeholder 2"/>
          <p:cNvSpPr>
            <a:spLocks noGrp="1"/>
          </p:cNvSpPr>
          <p:nvPr>
            <p:ph idx="1"/>
          </p:nvPr>
        </p:nvSpPr>
        <p:spPr/>
        <p:txBody>
          <a:bodyPr/>
          <a:lstStyle/>
          <a:p>
            <a:r>
              <a:t>Slide 2: Executive Summary</a:t>
            </a:r>
          </a:p>
          <a:p>
            <a:pPr lvl="1"/>
            <a:r>
              <a:t>Section 1: Fabric semantic model planning. EMP005 contributes to ast emp005 01 through recurring collaboration, clear ownership boundaries, and measurable outcomes. The team captures decisions, open issues, and handoffs so that knowledge remains discoverable for future programs.</a:t>
            </a:r>
          </a:p>
          <a:p>
            <a:pPr lvl="1"/>
            <a:r>
              <a:t>Section 2: Quarterly delivery milestones. EMP005 contributes to ast emp005 01 through recurring collaboration, clear ownership boundaries, and measurable outcomes. The team captures decisions, open issues, and handoffs so that knowledge remains discoverable for future programs.</a:t>
            </a:r>
          </a:p>
          <a:p>
            <a:pPr lvl="1"/>
            <a:r>
              <a:t>Section 3: Fabric semantic model planning. EMP005 contributes to ast emp005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Emp005 01 - EMP005</a:t>
            </a:r>
          </a:p>
        </p:txBody>
      </p:sp>
      <p:sp>
        <p:nvSpPr>
          <p:cNvPr id="3" name="Content Placeholder 2"/>
          <p:cNvSpPr>
            <a:spLocks noGrp="1"/>
          </p:cNvSpPr>
          <p:nvPr>
            <p:ph idx="1"/>
          </p:nvPr>
        </p:nvSpPr>
        <p:spPr/>
        <p:txBody>
          <a:bodyPr/>
          <a:lstStyle/>
          <a:p>
            <a:r>
              <a:t>Slide 3: Executive Summary</a:t>
            </a:r>
          </a:p>
          <a:p>
            <a:pPr lvl="1"/>
            <a:r>
              <a:t>Section 1: Operational risk review. EMP005 contributes to ast emp005 01 through recurring collaboration, clear ownership boundaries, and measurable outcomes. The team captures decisions, open issues, and handoffs so that knowledge remains discoverable for future programs.</a:t>
            </a:r>
          </a:p>
          <a:p>
            <a:pPr lvl="1"/>
            <a:r>
              <a:t>Section 2: Automation backlog refinement. EMP005 contributes to ast emp005 01 through recurring collaboration, clear ownership boundaries, and measurable outcomes. The team captures decisions, open issues, and handoffs so that knowledge remains discoverable for future programs.</a:t>
            </a:r>
          </a:p>
          <a:p>
            <a:pPr lvl="1"/>
            <a:r>
              <a:t>Section 3: Knowledge transfer and onboarding. EMP005 contributes to ast emp005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Emp005 01 - EMP005</a:t>
            </a:r>
          </a:p>
        </p:txBody>
      </p:sp>
      <p:sp>
        <p:nvSpPr>
          <p:cNvPr id="3" name="Content Placeholder 2"/>
          <p:cNvSpPr>
            <a:spLocks noGrp="1"/>
          </p:cNvSpPr>
          <p:nvPr>
            <p:ph idx="1"/>
          </p:nvPr>
        </p:nvSpPr>
        <p:spPr/>
        <p:txBody>
          <a:bodyPr/>
          <a:lstStyle/>
          <a:p>
            <a:r>
              <a:t>Slide 4: Executive Summary</a:t>
            </a:r>
          </a:p>
          <a:p>
            <a:pPr lvl="1"/>
            <a:r>
              <a:t>Section 1: Fabric semantic model planning. EMP005 contributes to ast emp005 01 through recurring collaboration, clear ownership boundaries, and measurable outcomes. The team captures decisions, open issues, and handoffs so that knowledge remains discoverable for future programs.</a:t>
            </a:r>
          </a:p>
          <a:p>
            <a:pPr lvl="1"/>
            <a:r>
              <a:t>Section 2: Fabric semantic model planning. EMP005 contributes to ast emp005 01 through recurring collaboration, clear ownership boundaries, and measurable outcomes. The team captures decisions, open issues, and handoffs so that knowledge remains discoverable for future programs.</a:t>
            </a:r>
          </a:p>
          <a:p>
            <a:pPr lvl="1"/>
            <a:r>
              <a:t>Section 3: Department KPI performance. EMP005 contributes to ast emp005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Emp005 01 - EMP005</a:t>
            </a:r>
          </a:p>
        </p:txBody>
      </p:sp>
      <p:sp>
        <p:nvSpPr>
          <p:cNvPr id="3" name="Content Placeholder 2"/>
          <p:cNvSpPr>
            <a:spLocks noGrp="1"/>
          </p:cNvSpPr>
          <p:nvPr>
            <p:ph idx="1"/>
          </p:nvPr>
        </p:nvSpPr>
        <p:spPr/>
        <p:txBody>
          <a:bodyPr/>
          <a:lstStyle/>
          <a:p>
            <a:r>
              <a:t>Slide 5: Executive Summary</a:t>
            </a:r>
          </a:p>
          <a:p>
            <a:pPr lvl="1"/>
            <a:r>
              <a:t>Section 1: Automation backlog refinement. EMP005 contributes to ast emp005 01 through recurring collaboration, clear ownership boundaries, and measurable outcomes. The team captures decisions, open issues, and handoffs so that knowledge remains discoverable for future programs.</a:t>
            </a:r>
          </a:p>
          <a:p>
            <a:pPr lvl="1"/>
            <a:r>
              <a:t>Section 2: Quarterly delivery milestones. EMP005 contributes to ast emp005 01 through recurring collaboration, clear ownership boundaries, and measurable outcomes. The team captures decisions, open issues, and handoffs so that knowledge remains discoverable for future programs.</a:t>
            </a:r>
          </a:p>
          <a:p>
            <a:pPr lvl="1"/>
            <a:r>
              <a:t>Section 3: Quarterly delivery milestones. EMP005 contributes to ast emp005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