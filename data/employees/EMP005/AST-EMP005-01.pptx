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EMP005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Casey Lee | Senior Engineer | Procurement</a:t>
            </a:r>
          </a:p>
          <a:p>
            <a:r>
              <a:t>Prepared: 2025-01-07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Vendor Scorecard Q2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Vendor Scorecard Q2 for Procurement department.</a:t>
            </a:r>
          </a:p>
          <a:p>
            <a:r>
              <a:t>Responsible: Casey Lee (Senior Engineer)</a:t>
            </a:r>
          </a:p>
          <a:p>
            <a:r>
              <a:t>Location: Bengaluru | Skills: Ontology, SQL, Python, MLOps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Contract Renewals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Contract Renewals Pipeline for Procurement department.</a:t>
            </a:r>
          </a:p>
          <a:p>
            <a:r>
              <a:t>Responsible: Casey Lee (Senior Engineer)</a:t>
            </a:r>
          </a:p>
          <a:p>
            <a:r>
              <a:t>Location: Bengaluru | Skills: Ontology, SQL, Python, MLOps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Category Spend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Category Spend Analysis for Procurement department.</a:t>
            </a:r>
          </a:p>
          <a:p>
            <a:r>
              <a:t>Responsible: Casey Lee (Senior Engineer)</a:t>
            </a:r>
          </a:p>
          <a:p>
            <a:r>
              <a:t>Location: Bengaluru | Skills: Ontology, SQL, Python, MLOps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