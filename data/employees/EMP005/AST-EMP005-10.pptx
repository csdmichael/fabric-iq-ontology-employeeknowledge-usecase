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Emp005 10 - EMP005</a:t>
            </a:r>
          </a:p>
        </p:txBody>
      </p:sp>
      <p:sp>
        <p:nvSpPr>
          <p:cNvPr id="3" name="Content Placeholder 2"/>
          <p:cNvSpPr>
            <a:spLocks noGrp="1"/>
          </p:cNvSpPr>
          <p:nvPr>
            <p:ph idx="1"/>
          </p:nvPr>
        </p:nvSpPr>
        <p:spPr/>
        <p:txBody>
          <a:bodyPr/>
          <a:lstStyle/>
          <a:p>
            <a:r>
              <a:t>Slide 1: Executive Summary</a:t>
            </a:r>
          </a:p>
          <a:p>
            <a:pPr lvl="1"/>
            <a:r>
              <a:t>Section 1: Customer escalation analysis. EMP005 contributes to ast emp005 10 through recurring collaboration, clear ownership boundaries, and measurable outcomes. The team captures decisions, open issues, and handoffs so that knowledge remains discoverable for future programs.</a:t>
            </a:r>
          </a:p>
          <a:p>
            <a:pPr lvl="1"/>
            <a:r>
              <a:t>Section 2: Automation backlog refinement. EMP005 contributes to ast emp005 10 through recurring collaboration, clear ownership boundaries, and measurable outcomes. The team captures decisions, open issues, and handoffs so that knowledge remains discoverable for future programs.</a:t>
            </a:r>
          </a:p>
          <a:p>
            <a:pPr lvl="1"/>
            <a:r>
              <a:t>Section 3: Automation backlog refinement. EMP005 contributes to ast emp005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Emp005 10 - EMP005</a:t>
            </a:r>
          </a:p>
        </p:txBody>
      </p:sp>
      <p:sp>
        <p:nvSpPr>
          <p:cNvPr id="3" name="Content Placeholder 2"/>
          <p:cNvSpPr>
            <a:spLocks noGrp="1"/>
          </p:cNvSpPr>
          <p:nvPr>
            <p:ph idx="1"/>
          </p:nvPr>
        </p:nvSpPr>
        <p:spPr/>
        <p:txBody>
          <a:bodyPr/>
          <a:lstStyle/>
          <a:p>
            <a:r>
              <a:t>Slide 2: Executive Summary</a:t>
            </a:r>
          </a:p>
          <a:p>
            <a:pPr lvl="1"/>
            <a:r>
              <a:t>Section 1: Customer escalation analysis. EMP005 contributes to ast emp005 10 through recurring collaboration, clear ownership boundaries, and measurable outcomes. The team captures decisions, open issues, and handoffs so that knowledge remains discoverable for future programs.</a:t>
            </a:r>
          </a:p>
          <a:p>
            <a:pPr lvl="1"/>
            <a:r>
              <a:t>Section 2: Operational risk review. EMP005 contributes to ast emp005 10 through recurring collaboration, clear ownership boundaries, and measurable outcomes. The team captures decisions, open issues, and handoffs so that knowledge remains discoverable for future programs.</a:t>
            </a:r>
          </a:p>
          <a:p>
            <a:pPr lvl="1"/>
            <a:r>
              <a:t>Section 3: Operational risk review. EMP005 contributes to ast emp005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Emp005 10 - EMP005</a:t>
            </a:r>
          </a:p>
        </p:txBody>
      </p:sp>
      <p:sp>
        <p:nvSpPr>
          <p:cNvPr id="3" name="Content Placeholder 2"/>
          <p:cNvSpPr>
            <a:spLocks noGrp="1"/>
          </p:cNvSpPr>
          <p:nvPr>
            <p:ph idx="1"/>
          </p:nvPr>
        </p:nvSpPr>
        <p:spPr/>
        <p:txBody>
          <a:bodyPr/>
          <a:lstStyle/>
          <a:p>
            <a:r>
              <a:t>Slide 3: Executive Summary</a:t>
            </a:r>
          </a:p>
          <a:p>
            <a:pPr lvl="1"/>
            <a:r>
              <a:t>Section 1: Department KPI performance. EMP005 contributes to ast emp005 10 through recurring collaboration, clear ownership boundaries, and measurable outcomes. The team captures decisions, open issues, and handoffs so that knowledge remains discoverable for future programs.</a:t>
            </a:r>
          </a:p>
          <a:p>
            <a:pPr lvl="1"/>
            <a:r>
              <a:t>Section 2: Data quality remediation. EMP005 contributes to ast emp005 10 through recurring collaboration, clear ownership boundaries, and measurable outcomes. The team captures decisions, open issues, and handoffs so that knowledge remains discoverable for future programs.</a:t>
            </a:r>
          </a:p>
          <a:p>
            <a:pPr lvl="1"/>
            <a:r>
              <a:t>Section 3: Data quality remediation. EMP005 contributes to ast emp005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Emp005 10 - EMP005</a:t>
            </a:r>
          </a:p>
        </p:txBody>
      </p:sp>
      <p:sp>
        <p:nvSpPr>
          <p:cNvPr id="3" name="Content Placeholder 2"/>
          <p:cNvSpPr>
            <a:spLocks noGrp="1"/>
          </p:cNvSpPr>
          <p:nvPr>
            <p:ph idx="1"/>
          </p:nvPr>
        </p:nvSpPr>
        <p:spPr/>
        <p:txBody>
          <a:bodyPr/>
          <a:lstStyle/>
          <a:p>
            <a:r>
              <a:t>Slide 4: Executive Summary</a:t>
            </a:r>
          </a:p>
          <a:p>
            <a:pPr lvl="1"/>
            <a:r>
              <a:t>Section 1: Automation backlog refinement. EMP005 contributes to ast emp005 10 through recurring collaboration, clear ownership boundaries, and measurable outcomes. The team captures decisions, open issues, and handoffs so that knowledge remains discoverable for future programs.</a:t>
            </a:r>
          </a:p>
          <a:p>
            <a:pPr lvl="1"/>
            <a:r>
              <a:t>Section 2: Operational risk review. EMP005 contributes to ast emp005 10 through recurring collaboration, clear ownership boundaries, and measurable outcomes. The team captures decisions, open issues, and handoffs so that knowledge remains discoverable for future programs.</a:t>
            </a:r>
          </a:p>
          <a:p>
            <a:pPr lvl="1"/>
            <a:r>
              <a:t>Section 3: Data quality remediation. EMP005 contributes to ast emp005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Emp005 10 - EMP005</a:t>
            </a:r>
          </a:p>
        </p:txBody>
      </p:sp>
      <p:sp>
        <p:nvSpPr>
          <p:cNvPr id="3" name="Content Placeholder 2"/>
          <p:cNvSpPr>
            <a:spLocks noGrp="1"/>
          </p:cNvSpPr>
          <p:nvPr>
            <p:ph idx="1"/>
          </p:nvPr>
        </p:nvSpPr>
        <p:spPr/>
        <p:txBody>
          <a:bodyPr/>
          <a:lstStyle/>
          <a:p>
            <a:r>
              <a:t>Slide 5: Executive Summary</a:t>
            </a:r>
          </a:p>
          <a:p>
            <a:pPr lvl="1"/>
            <a:r>
              <a:t>Section 1: Automation backlog refinement. EMP005 contributes to ast emp005 10 through recurring collaboration, clear ownership boundaries, and measurable outcomes. The team captures decisions, open issues, and handoffs so that knowledge remains discoverable for future programs.</a:t>
            </a:r>
          </a:p>
          <a:p>
            <a:pPr lvl="1"/>
            <a:r>
              <a:t>Section 2: Customer escalation analysis. EMP005 contributes to ast emp005 10 through recurring collaboration, clear ownership boundaries, and measurable outcomes. The team captures decisions, open issues, and handoffs so that knowledge remains discoverable for future programs.</a:t>
            </a:r>
          </a:p>
          <a:p>
            <a:pPr lvl="1"/>
            <a:r>
              <a:t>Section 3: Fabric semantic model planning. EMP005 contributes to ast emp005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