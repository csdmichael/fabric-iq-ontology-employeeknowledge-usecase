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EMP035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Casey Lee | Lead | IT</a:t>
            </a:r>
          </a:p>
          <a:p>
            <a:r>
              <a:t>Prepared: 2025-02-06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Infrastructure Utilisation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Infrastructure Utilisation Dashboard for IT department.</a:t>
            </a:r>
          </a:p>
          <a:p>
            <a:r>
              <a:t>Responsible: Casey Lee (Lead)</a:t>
            </a:r>
          </a:p>
          <a:p>
            <a:r>
              <a:t>Location: Fremont | Skills: Azure AI, MLOps, TypeScript, Kusto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Patch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Security Patch Status for IT department.</a:t>
            </a:r>
          </a:p>
          <a:p>
            <a:r>
              <a:t>Responsible: Casey Lee (Lead)</a:t>
            </a:r>
          </a:p>
          <a:p>
            <a:r>
              <a:t>Location: Fremont | Skills: Azure AI, MLOps, TypeScript, Kusto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Cost Optimisation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Cloud Cost Optimisation for IT department.</a:t>
            </a:r>
          </a:p>
          <a:p>
            <a:r>
              <a:t>Responsible: Casey Lee (Lead)</a:t>
            </a:r>
          </a:p>
          <a:p>
            <a:r>
              <a:t>Location: Fremont | Skills: Azure AI, MLOps, TypeScript, Kusto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