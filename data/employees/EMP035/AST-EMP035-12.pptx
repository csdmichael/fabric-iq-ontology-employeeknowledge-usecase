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Emp035 12 - EMP035</a:t>
            </a:r>
          </a:p>
        </p:txBody>
      </p:sp>
      <p:sp>
        <p:nvSpPr>
          <p:cNvPr id="3" name="Content Placeholder 2"/>
          <p:cNvSpPr>
            <a:spLocks noGrp="1"/>
          </p:cNvSpPr>
          <p:nvPr>
            <p:ph idx="1"/>
          </p:nvPr>
        </p:nvSpPr>
        <p:spPr/>
        <p:txBody>
          <a:bodyPr/>
          <a:lstStyle/>
          <a:p>
            <a:r>
              <a:t>Slide 1: Executive Summary</a:t>
            </a:r>
          </a:p>
          <a:p>
            <a:pPr lvl="1"/>
            <a:r>
              <a:t>Section 1: Data quality remediation. EMP035 contributes to ast emp035 12 through recurring collaboration, clear ownership boundaries, and measurable outcomes. The team captures decisions, open issues, and handoffs so that knowledge remains discoverable for future programs.</a:t>
            </a:r>
          </a:p>
          <a:p>
            <a:pPr lvl="1"/>
            <a:r>
              <a:t>Section 2: Data quality remediation. EMP035 contributes to ast emp035 12 through recurring collaboration, clear ownership boundaries, and measurable outcomes. The team captures decisions, open issues, and handoffs so that knowledge remains discoverable for future programs.</a:t>
            </a:r>
          </a:p>
          <a:p>
            <a:pPr lvl="1"/>
            <a:r>
              <a:t>Section 3: Customer escalation analysis. EMP035 contributes to ast emp035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Emp035 12 - EMP035</a:t>
            </a:r>
          </a:p>
        </p:txBody>
      </p:sp>
      <p:sp>
        <p:nvSpPr>
          <p:cNvPr id="3" name="Content Placeholder 2"/>
          <p:cNvSpPr>
            <a:spLocks noGrp="1"/>
          </p:cNvSpPr>
          <p:nvPr>
            <p:ph idx="1"/>
          </p:nvPr>
        </p:nvSpPr>
        <p:spPr/>
        <p:txBody>
          <a:bodyPr/>
          <a:lstStyle/>
          <a:p>
            <a:r>
              <a:t>Slide 2: Executive Summary</a:t>
            </a:r>
          </a:p>
          <a:p>
            <a:pPr lvl="1"/>
            <a:r>
              <a:t>Section 1: Customer escalation analysis. EMP035 contributes to ast emp035 12 through recurring collaboration, clear ownership boundaries, and measurable outcomes. The team captures decisions, open issues, and handoffs so that knowledge remains discoverable for future programs.</a:t>
            </a:r>
          </a:p>
          <a:p>
            <a:pPr lvl="1"/>
            <a:r>
              <a:t>Section 2: Quarterly delivery milestones. EMP035 contributes to ast emp035 12 through recurring collaboration, clear ownership boundaries, and measurable outcomes. The team captures decisions, open issues, and handoffs so that knowledge remains discoverable for future programs.</a:t>
            </a:r>
          </a:p>
          <a:p>
            <a:pPr lvl="1"/>
            <a:r>
              <a:t>Section 3: Automation backlog refinement. EMP035 contributes to ast emp035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Emp035 12 - EMP035</a:t>
            </a:r>
          </a:p>
        </p:txBody>
      </p:sp>
      <p:sp>
        <p:nvSpPr>
          <p:cNvPr id="3" name="Content Placeholder 2"/>
          <p:cNvSpPr>
            <a:spLocks noGrp="1"/>
          </p:cNvSpPr>
          <p:nvPr>
            <p:ph idx="1"/>
          </p:nvPr>
        </p:nvSpPr>
        <p:spPr/>
        <p:txBody>
          <a:bodyPr/>
          <a:lstStyle/>
          <a:p>
            <a:r>
              <a:t>Slide 3: Executive Summary</a:t>
            </a:r>
          </a:p>
          <a:p>
            <a:pPr lvl="1"/>
            <a:r>
              <a:t>Section 1: Department KPI performance. EMP035 contributes to ast emp035 12 through recurring collaboration, clear ownership boundaries, and measurable outcomes. The team captures decisions, open issues, and handoffs so that knowledge remains discoverable for future programs.</a:t>
            </a:r>
          </a:p>
          <a:p>
            <a:pPr lvl="1"/>
            <a:r>
              <a:t>Section 2: Quarterly delivery milestones. EMP035 contributes to ast emp035 12 through recurring collaboration, clear ownership boundaries, and measurable outcomes. The team captures decisions, open issues, and handoffs so that knowledge remains discoverable for future programs.</a:t>
            </a:r>
          </a:p>
          <a:p>
            <a:pPr lvl="1"/>
            <a:r>
              <a:t>Section 3: Customer escalation analysis. EMP035 contributes to ast emp035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Emp035 12 - EMP035</a:t>
            </a:r>
          </a:p>
        </p:txBody>
      </p:sp>
      <p:sp>
        <p:nvSpPr>
          <p:cNvPr id="3" name="Content Placeholder 2"/>
          <p:cNvSpPr>
            <a:spLocks noGrp="1"/>
          </p:cNvSpPr>
          <p:nvPr>
            <p:ph idx="1"/>
          </p:nvPr>
        </p:nvSpPr>
        <p:spPr/>
        <p:txBody>
          <a:bodyPr/>
          <a:lstStyle/>
          <a:p>
            <a:r>
              <a:t>Slide 4: Executive Summary</a:t>
            </a:r>
          </a:p>
          <a:p>
            <a:pPr lvl="1"/>
            <a:r>
              <a:t>Section 1: Fabric semantic model planning. EMP035 contributes to ast emp035 12 through recurring collaboration, clear ownership boundaries, and measurable outcomes. The team captures decisions, open issues, and handoffs so that knowledge remains discoverable for future programs.</a:t>
            </a:r>
          </a:p>
          <a:p>
            <a:pPr lvl="1"/>
            <a:r>
              <a:t>Section 2: Department KPI performance. EMP035 contributes to ast emp035 12 through recurring collaboration, clear ownership boundaries, and measurable outcomes. The team captures decisions, open issues, and handoffs so that knowledge remains discoverable for future programs.</a:t>
            </a:r>
          </a:p>
          <a:p>
            <a:pPr lvl="1"/>
            <a:r>
              <a:t>Section 3: Automation backlog refinement. EMP035 contributes to ast emp035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Emp035 12 - EMP035</a:t>
            </a:r>
          </a:p>
        </p:txBody>
      </p:sp>
      <p:sp>
        <p:nvSpPr>
          <p:cNvPr id="3" name="Content Placeholder 2"/>
          <p:cNvSpPr>
            <a:spLocks noGrp="1"/>
          </p:cNvSpPr>
          <p:nvPr>
            <p:ph idx="1"/>
          </p:nvPr>
        </p:nvSpPr>
        <p:spPr/>
        <p:txBody>
          <a:bodyPr/>
          <a:lstStyle/>
          <a:p>
            <a:r>
              <a:t>Slide 5: Executive Summary</a:t>
            </a:r>
          </a:p>
          <a:p>
            <a:pPr lvl="1"/>
            <a:r>
              <a:t>Section 1: Quarterly delivery milestones. EMP035 contributes to ast emp035 12 through recurring collaboration, clear ownership boundaries, and measurable outcomes. The team captures decisions, open issues, and handoffs so that knowledge remains discoverable for future programs.</a:t>
            </a:r>
          </a:p>
          <a:p>
            <a:pPr lvl="1"/>
            <a:r>
              <a:t>Section 2: Customer escalation analysis. EMP035 contributes to ast emp035 12 through recurring collaboration, clear ownership boundaries, and measurable outcomes. The team captures decisions, open issues, and handoffs so that knowledge remains discoverable for future programs.</a:t>
            </a:r>
          </a:p>
          <a:p>
            <a:pPr lvl="1"/>
            <a:r>
              <a:t>Section 3: Fabric semantic model planning. EMP035 contributes to ast emp035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