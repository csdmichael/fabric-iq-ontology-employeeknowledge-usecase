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Emp098 01 - EMP098</a:t>
            </a:r>
          </a:p>
        </p:txBody>
      </p:sp>
      <p:sp>
        <p:nvSpPr>
          <p:cNvPr id="3" name="Content Placeholder 2"/>
          <p:cNvSpPr>
            <a:spLocks noGrp="1"/>
          </p:cNvSpPr>
          <p:nvPr>
            <p:ph idx="1"/>
          </p:nvPr>
        </p:nvSpPr>
        <p:spPr/>
        <p:txBody>
          <a:bodyPr/>
          <a:lstStyle/>
          <a:p>
            <a:r>
              <a:t>Slide 1: Executive Summary</a:t>
            </a:r>
          </a:p>
          <a:p>
            <a:pPr lvl="1"/>
            <a:r>
              <a:t>Section 1: Fabric semantic model planning. EMP098 contributes to ast emp098 01 through recurring collaboration, clear ownership boundaries, and measurable outcomes. The team captures decisions, open issues, and handoffs so that knowledge remains discoverable for future programs.</a:t>
            </a:r>
          </a:p>
          <a:p>
            <a:pPr lvl="1"/>
            <a:r>
              <a:t>Section 2: Department KPI performance. EMP098 contributes to ast emp098 01 through recurring collaboration, clear ownership boundaries, and measurable outcomes. The team captures decisions, open issues, and handoffs so that knowledge remains discoverable for future programs.</a:t>
            </a:r>
          </a:p>
          <a:p>
            <a:pPr lvl="1"/>
            <a:r>
              <a:t>Section 3: Data quality remediation. EMP098 contributes to ast emp098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Emp098 01 - EMP098</a:t>
            </a:r>
          </a:p>
        </p:txBody>
      </p:sp>
      <p:sp>
        <p:nvSpPr>
          <p:cNvPr id="3" name="Content Placeholder 2"/>
          <p:cNvSpPr>
            <a:spLocks noGrp="1"/>
          </p:cNvSpPr>
          <p:nvPr>
            <p:ph idx="1"/>
          </p:nvPr>
        </p:nvSpPr>
        <p:spPr/>
        <p:txBody>
          <a:bodyPr/>
          <a:lstStyle/>
          <a:p>
            <a:r>
              <a:t>Slide 2: Executive Summary</a:t>
            </a:r>
          </a:p>
          <a:p>
            <a:pPr lvl="1"/>
            <a:r>
              <a:t>Section 1: Department KPI performance. EMP098 contributes to ast emp098 01 through recurring collaboration, clear ownership boundaries, and measurable outcomes. The team captures decisions, open issues, and handoffs so that knowledge remains discoverable for future programs.</a:t>
            </a:r>
          </a:p>
          <a:p>
            <a:pPr lvl="1"/>
            <a:r>
              <a:t>Section 2: Customer escalation analysis. EMP098 contributes to ast emp098 01 through recurring collaboration, clear ownership boundaries, and measurable outcomes. The team captures decisions, open issues, and handoffs so that knowledge remains discoverable for future programs.</a:t>
            </a:r>
          </a:p>
          <a:p>
            <a:pPr lvl="1"/>
            <a:r>
              <a:t>Section 3: Data quality remediation. EMP098 contributes to ast emp098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Emp098 01 - EMP098</a:t>
            </a:r>
          </a:p>
        </p:txBody>
      </p:sp>
      <p:sp>
        <p:nvSpPr>
          <p:cNvPr id="3" name="Content Placeholder 2"/>
          <p:cNvSpPr>
            <a:spLocks noGrp="1"/>
          </p:cNvSpPr>
          <p:nvPr>
            <p:ph idx="1"/>
          </p:nvPr>
        </p:nvSpPr>
        <p:spPr/>
        <p:txBody>
          <a:bodyPr/>
          <a:lstStyle/>
          <a:p>
            <a:r>
              <a:t>Slide 3: Executive Summary</a:t>
            </a:r>
          </a:p>
          <a:p>
            <a:pPr lvl="1"/>
            <a:r>
              <a:t>Section 1: Data quality remediation. EMP098 contributes to ast emp098 01 through recurring collaboration, clear ownership boundaries, and measurable outcomes. The team captures decisions, open issues, and handoffs so that knowledge remains discoverable for future programs.</a:t>
            </a:r>
          </a:p>
          <a:p>
            <a:pPr lvl="1"/>
            <a:r>
              <a:t>Section 2: Customer escalation analysis. EMP098 contributes to ast emp098 01 through recurring collaboration, clear ownership boundaries, and measurable outcomes. The team captures decisions, open issues, and handoffs so that knowledge remains discoverable for future programs.</a:t>
            </a:r>
          </a:p>
          <a:p>
            <a:pPr lvl="1"/>
            <a:r>
              <a:t>Section 3: Fabric semantic model planning. EMP098 contributes to ast emp098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Emp098 01 - EMP098</a:t>
            </a:r>
          </a:p>
        </p:txBody>
      </p:sp>
      <p:sp>
        <p:nvSpPr>
          <p:cNvPr id="3" name="Content Placeholder 2"/>
          <p:cNvSpPr>
            <a:spLocks noGrp="1"/>
          </p:cNvSpPr>
          <p:nvPr>
            <p:ph idx="1"/>
          </p:nvPr>
        </p:nvSpPr>
        <p:spPr/>
        <p:txBody>
          <a:bodyPr/>
          <a:lstStyle/>
          <a:p>
            <a:r>
              <a:t>Slide 4: Executive Summary</a:t>
            </a:r>
          </a:p>
          <a:p>
            <a:pPr lvl="1"/>
            <a:r>
              <a:t>Section 1: Quarterly delivery milestones. EMP098 contributes to ast emp098 01 through recurring collaboration, clear ownership boundaries, and measurable outcomes. The team captures decisions, open issues, and handoffs so that knowledge remains discoverable for future programs.</a:t>
            </a:r>
          </a:p>
          <a:p>
            <a:pPr lvl="1"/>
            <a:r>
              <a:t>Section 2: Quarterly delivery milestones. EMP098 contributes to ast emp098 01 through recurring collaboration, clear ownership boundaries, and measurable outcomes. The team captures decisions, open issues, and handoffs so that knowledge remains discoverable for future programs.</a:t>
            </a:r>
          </a:p>
          <a:p>
            <a:pPr lvl="1"/>
            <a:r>
              <a:t>Section 3: Department KPI performance. EMP098 contributes to ast emp098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Emp098 01 - EMP098</a:t>
            </a:r>
          </a:p>
        </p:txBody>
      </p:sp>
      <p:sp>
        <p:nvSpPr>
          <p:cNvPr id="3" name="Content Placeholder 2"/>
          <p:cNvSpPr>
            <a:spLocks noGrp="1"/>
          </p:cNvSpPr>
          <p:nvPr>
            <p:ph idx="1"/>
          </p:nvPr>
        </p:nvSpPr>
        <p:spPr/>
        <p:txBody>
          <a:bodyPr/>
          <a:lstStyle/>
          <a:p>
            <a:r>
              <a:t>Slide 5: Executive Summary</a:t>
            </a:r>
          </a:p>
          <a:p>
            <a:pPr lvl="1"/>
            <a:r>
              <a:t>Section 1: Automation backlog refinement. EMP098 contributes to ast emp098 01 through recurring collaboration, clear ownership boundaries, and measurable outcomes. The team captures decisions, open issues, and handoffs so that knowledge remains discoverable for future programs.</a:t>
            </a:r>
          </a:p>
          <a:p>
            <a:pPr lvl="1"/>
            <a:r>
              <a:t>Section 2: Fabric semantic model planning. EMP098 contributes to ast emp098 01 through recurring collaboration, clear ownership boundaries, and measurable outcomes. The team captures decisions, open issues, and handoffs so that knowledge remains discoverable for future programs.</a:t>
            </a:r>
          </a:p>
          <a:p>
            <a:pPr lvl="1"/>
            <a:r>
              <a:t>Section 3: Department KPI performance. EMP098 contributes to ast emp098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