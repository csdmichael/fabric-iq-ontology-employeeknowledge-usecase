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Emp007 01 - EMP007</a:t>
            </a:r>
          </a:p>
        </p:txBody>
      </p:sp>
      <p:sp>
        <p:nvSpPr>
          <p:cNvPr id="3" name="Content Placeholder 2"/>
          <p:cNvSpPr>
            <a:spLocks noGrp="1"/>
          </p:cNvSpPr>
          <p:nvPr>
            <p:ph idx="1"/>
          </p:nvPr>
        </p:nvSpPr>
        <p:spPr/>
        <p:txBody>
          <a:bodyPr/>
          <a:lstStyle/>
          <a:p>
            <a:r>
              <a:t>Slide 1: Executive Summary</a:t>
            </a:r>
          </a:p>
          <a:p>
            <a:pPr lvl="1"/>
            <a:r>
              <a:t>Section 1: Customer escalation analysis. EMP007 contributes to ast emp007 01 through recurring collaboration, clear ownership boundaries, and measurable outcomes. The team captures decisions, open issues, and handoffs so that knowledge remains discoverable for future programs.</a:t>
            </a:r>
          </a:p>
          <a:p>
            <a:pPr lvl="1"/>
            <a:r>
              <a:t>Section 2: Quarterly delivery milestones. EMP007 contributes to ast emp007 01 through recurring collaboration, clear ownership boundaries, and measurable outcomes. The team captures decisions, open issues, and handoffs so that knowledge remains discoverable for future programs.</a:t>
            </a:r>
          </a:p>
          <a:p>
            <a:pPr lvl="1"/>
            <a:r>
              <a:t>Section 3: Quarterly delivery milestones. EMP007 contributes to ast emp007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Emp007 01 - EMP007</a:t>
            </a:r>
          </a:p>
        </p:txBody>
      </p:sp>
      <p:sp>
        <p:nvSpPr>
          <p:cNvPr id="3" name="Content Placeholder 2"/>
          <p:cNvSpPr>
            <a:spLocks noGrp="1"/>
          </p:cNvSpPr>
          <p:nvPr>
            <p:ph idx="1"/>
          </p:nvPr>
        </p:nvSpPr>
        <p:spPr/>
        <p:txBody>
          <a:bodyPr/>
          <a:lstStyle/>
          <a:p>
            <a:r>
              <a:t>Slide 2: Executive Summary</a:t>
            </a:r>
          </a:p>
          <a:p>
            <a:pPr lvl="1"/>
            <a:r>
              <a:t>Section 1: Knowledge transfer and onboarding. EMP007 contributes to ast emp007 01 through recurring collaboration, clear ownership boundaries, and measurable outcomes. The team captures decisions, open issues, and handoffs so that knowledge remains discoverable for future programs.</a:t>
            </a:r>
          </a:p>
          <a:p>
            <a:pPr lvl="1"/>
            <a:r>
              <a:t>Section 2: Automation backlog refinement. EMP007 contributes to ast emp007 01 through recurring collaboration, clear ownership boundaries, and measurable outcomes. The team captures decisions, open issues, and handoffs so that knowledge remains discoverable for future programs.</a:t>
            </a:r>
          </a:p>
          <a:p>
            <a:pPr lvl="1"/>
            <a:r>
              <a:t>Section 3: Data quality remediation. EMP007 contributes to ast emp007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Emp007 01 - EMP007</a:t>
            </a:r>
          </a:p>
        </p:txBody>
      </p:sp>
      <p:sp>
        <p:nvSpPr>
          <p:cNvPr id="3" name="Content Placeholder 2"/>
          <p:cNvSpPr>
            <a:spLocks noGrp="1"/>
          </p:cNvSpPr>
          <p:nvPr>
            <p:ph idx="1"/>
          </p:nvPr>
        </p:nvSpPr>
        <p:spPr/>
        <p:txBody>
          <a:bodyPr/>
          <a:lstStyle/>
          <a:p>
            <a:r>
              <a:t>Slide 3: Executive Summary</a:t>
            </a:r>
          </a:p>
          <a:p>
            <a:pPr lvl="1"/>
            <a:r>
              <a:t>Section 1: Data quality remediation. EMP007 contributes to ast emp007 01 through recurring collaboration, clear ownership boundaries, and measurable outcomes. The team captures decisions, open issues, and handoffs so that knowledge remains discoverable for future programs.</a:t>
            </a:r>
          </a:p>
          <a:p>
            <a:pPr lvl="1"/>
            <a:r>
              <a:t>Section 2: Department KPI performance. EMP007 contributes to ast emp007 01 through recurring collaboration, clear ownership boundaries, and measurable outcomes. The team captures decisions, open issues, and handoffs so that knowledge remains discoverable for future programs.</a:t>
            </a:r>
          </a:p>
          <a:p>
            <a:pPr lvl="1"/>
            <a:r>
              <a:t>Section 3: Department KPI performance. EMP007 contributes to ast emp007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Emp007 01 - EMP007</a:t>
            </a:r>
          </a:p>
        </p:txBody>
      </p:sp>
      <p:sp>
        <p:nvSpPr>
          <p:cNvPr id="3" name="Content Placeholder 2"/>
          <p:cNvSpPr>
            <a:spLocks noGrp="1"/>
          </p:cNvSpPr>
          <p:nvPr>
            <p:ph idx="1"/>
          </p:nvPr>
        </p:nvSpPr>
        <p:spPr/>
        <p:txBody>
          <a:bodyPr/>
          <a:lstStyle/>
          <a:p>
            <a:r>
              <a:t>Slide 4: Executive Summary</a:t>
            </a:r>
          </a:p>
          <a:p>
            <a:pPr lvl="1"/>
            <a:r>
              <a:t>Section 1: Operational risk review. EMP007 contributes to ast emp007 01 through recurring collaboration, clear ownership boundaries, and measurable outcomes. The team captures decisions, open issues, and handoffs so that knowledge remains discoverable for future programs.</a:t>
            </a:r>
          </a:p>
          <a:p>
            <a:pPr lvl="1"/>
            <a:r>
              <a:t>Section 2: Automation backlog refinement. EMP007 contributes to ast emp007 01 through recurring collaboration, clear ownership boundaries, and measurable outcomes. The team captures decisions, open issues, and handoffs so that knowledge remains discoverable for future programs.</a:t>
            </a:r>
          </a:p>
          <a:p>
            <a:pPr lvl="1"/>
            <a:r>
              <a:t>Section 3: Operational risk review. EMP007 contributes to ast emp007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Emp007 01 - EMP007</a:t>
            </a:r>
          </a:p>
        </p:txBody>
      </p:sp>
      <p:sp>
        <p:nvSpPr>
          <p:cNvPr id="3" name="Content Placeholder 2"/>
          <p:cNvSpPr>
            <a:spLocks noGrp="1"/>
          </p:cNvSpPr>
          <p:nvPr>
            <p:ph idx="1"/>
          </p:nvPr>
        </p:nvSpPr>
        <p:spPr/>
        <p:txBody>
          <a:bodyPr/>
          <a:lstStyle/>
          <a:p>
            <a:r>
              <a:t>Slide 5: Executive Summary</a:t>
            </a:r>
          </a:p>
          <a:p>
            <a:pPr lvl="1"/>
            <a:r>
              <a:t>Section 1: Automation backlog refinement. EMP007 contributes to ast emp007 01 through recurring collaboration, clear ownership boundaries, and measurable outcomes. The team captures decisions, open issues, and handoffs so that knowledge remains discoverable for future programs.</a:t>
            </a:r>
          </a:p>
          <a:p>
            <a:pPr lvl="1"/>
            <a:r>
              <a:t>Section 2: Department KPI performance. EMP007 contributes to ast emp007 01 through recurring collaboration, clear ownership boundaries, and measurable outcomes. The team captures decisions, open issues, and handoffs so that knowledge remains discoverable for future programs.</a:t>
            </a:r>
          </a:p>
          <a:p>
            <a:pPr lvl="1"/>
            <a:r>
              <a:t>Section 3: Customer escalation analysis. EMP007 contributes to ast emp007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