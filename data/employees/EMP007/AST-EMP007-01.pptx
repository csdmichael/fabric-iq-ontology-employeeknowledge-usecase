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Riley Patel | Director | R&amp;D</a:t>
            </a:r>
          </a:p>
          <a:p>
            <a:r>
              <a:t>Prepared: 2025-01-09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Portfolio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Research Portfolio Status for R&amp;D department.</a:t>
            </a:r>
          </a:p>
          <a:p>
            <a:r>
              <a:t>Responsible: Riley Patel (Director)</a:t>
            </a:r>
          </a:p>
          <a:p>
            <a:r>
              <a:t>Location: Austin | Skills: Python, Kusto, TypeScript, Synapse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Filing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IP Filing Pipeline for R&amp;D department.</a:t>
            </a:r>
          </a:p>
          <a:p>
            <a:r>
              <a:t>Responsible: Riley Patel (Director)</a:t>
            </a:r>
          </a:p>
          <a:p>
            <a:r>
              <a:t>Location: Austin | Skills: Python, Kusto, TypeScript, Synapse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Readiness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Technology Readiness Levels for R&amp;D department.</a:t>
            </a:r>
          </a:p>
          <a:p>
            <a:r>
              <a:t>Responsible: Riley Patel (Director)</a:t>
            </a:r>
          </a:p>
          <a:p>
            <a:r>
              <a:t>Location: Austin | Skills: Python, Kusto, TypeScript, Synapse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