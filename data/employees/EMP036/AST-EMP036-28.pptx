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28 - EMP036</a:t>
            </a:r>
          </a:p>
        </p:txBody>
      </p:sp>
      <p:sp>
        <p:nvSpPr>
          <p:cNvPr id="3" name="Content Placeholder 2"/>
          <p:cNvSpPr>
            <a:spLocks noGrp="1"/>
          </p:cNvSpPr>
          <p:nvPr>
            <p:ph idx="1"/>
          </p:nvPr>
        </p:nvSpPr>
        <p:spPr/>
        <p:txBody>
          <a:bodyPr/>
          <a:lstStyle/>
          <a:p>
            <a:r>
              <a:t>Slide 1: Executive Summary</a:t>
            </a:r>
          </a:p>
          <a:p>
            <a:pPr lvl="1"/>
            <a:r>
              <a:t>Section 1: Fabric semantic model planning. EMP036 contributes to ast emp036 28 through recurring collaboration, clear ownership boundaries, and measurable outcomes. The team captures decisions, open issues, and handoffs so that knowledge remains discoverable for future programs.</a:t>
            </a:r>
          </a:p>
          <a:p>
            <a:pPr lvl="1"/>
            <a:r>
              <a:t>Section 2: Automation backlog refinement. EMP036 contributes to ast emp036 28 through recurring collaboration, clear ownership boundaries, and measurable outcomes. The team captures decisions, open issues, and handoffs so that knowledge remains discoverable for future programs.</a:t>
            </a:r>
          </a:p>
          <a:p>
            <a:pPr lvl="1"/>
            <a:r>
              <a:t>Section 3: Knowledge transfer and onboarding. EMP036 contributes to ast emp036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28 - EMP036</a:t>
            </a:r>
          </a:p>
        </p:txBody>
      </p:sp>
      <p:sp>
        <p:nvSpPr>
          <p:cNvPr id="3" name="Content Placeholder 2"/>
          <p:cNvSpPr>
            <a:spLocks noGrp="1"/>
          </p:cNvSpPr>
          <p:nvPr>
            <p:ph idx="1"/>
          </p:nvPr>
        </p:nvSpPr>
        <p:spPr/>
        <p:txBody>
          <a:bodyPr/>
          <a:lstStyle/>
          <a:p>
            <a:r>
              <a:t>Slide 2: Executive Summary</a:t>
            </a:r>
          </a:p>
          <a:p>
            <a:pPr lvl="1"/>
            <a:r>
              <a:t>Section 1: Knowledge transfer and onboarding. EMP036 contributes to ast emp036 28 through recurring collaboration, clear ownership boundaries, and measurable outcomes. The team captures decisions, open issues, and handoffs so that knowledge remains discoverable for future programs.</a:t>
            </a:r>
          </a:p>
          <a:p>
            <a:pPr lvl="1"/>
            <a:r>
              <a:t>Section 2: Quarterly delivery milestones. EMP036 contributes to ast emp036 28 through recurring collaboration, clear ownership boundaries, and measurable outcomes. The team captures decisions, open issues, and handoffs so that knowledge remains discoverable for future programs.</a:t>
            </a:r>
          </a:p>
          <a:p>
            <a:pPr lvl="1"/>
            <a:r>
              <a:t>Section 3: Customer escalation analysis. EMP036 contributes to ast emp036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28 - EMP036</a:t>
            </a:r>
          </a:p>
        </p:txBody>
      </p:sp>
      <p:sp>
        <p:nvSpPr>
          <p:cNvPr id="3" name="Content Placeholder 2"/>
          <p:cNvSpPr>
            <a:spLocks noGrp="1"/>
          </p:cNvSpPr>
          <p:nvPr>
            <p:ph idx="1"/>
          </p:nvPr>
        </p:nvSpPr>
        <p:spPr/>
        <p:txBody>
          <a:bodyPr/>
          <a:lstStyle/>
          <a:p>
            <a:r>
              <a:t>Slide 3: Executive Summary</a:t>
            </a:r>
          </a:p>
          <a:p>
            <a:pPr lvl="1"/>
            <a:r>
              <a:t>Section 1: Knowledge transfer and onboarding. EMP036 contributes to ast emp036 28 through recurring collaboration, clear ownership boundaries, and measurable outcomes. The team captures decisions, open issues, and handoffs so that knowledge remains discoverable for future programs.</a:t>
            </a:r>
          </a:p>
          <a:p>
            <a:pPr lvl="1"/>
            <a:r>
              <a:t>Section 2: Department KPI performance. EMP036 contributes to ast emp036 28 through recurring collaboration, clear ownership boundaries, and measurable outcomes. The team captures decisions, open issues, and handoffs so that knowledge remains discoverable for future programs.</a:t>
            </a:r>
          </a:p>
          <a:p>
            <a:pPr lvl="1"/>
            <a:r>
              <a:t>Section 3: Knowledge transfer and onboarding. EMP036 contributes to ast emp036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28 - EMP036</a:t>
            </a:r>
          </a:p>
        </p:txBody>
      </p:sp>
      <p:sp>
        <p:nvSpPr>
          <p:cNvPr id="3" name="Content Placeholder 2"/>
          <p:cNvSpPr>
            <a:spLocks noGrp="1"/>
          </p:cNvSpPr>
          <p:nvPr>
            <p:ph idx="1"/>
          </p:nvPr>
        </p:nvSpPr>
        <p:spPr/>
        <p:txBody>
          <a:bodyPr/>
          <a:lstStyle/>
          <a:p>
            <a:r>
              <a:t>Slide 4: Executive Summary</a:t>
            </a:r>
          </a:p>
          <a:p>
            <a:pPr lvl="1"/>
            <a:r>
              <a:t>Section 1: Customer escalation analysis. EMP036 contributes to ast emp036 28 through recurring collaboration, clear ownership boundaries, and measurable outcomes. The team captures decisions, open issues, and handoffs so that knowledge remains discoverable for future programs.</a:t>
            </a:r>
          </a:p>
          <a:p>
            <a:pPr lvl="1"/>
            <a:r>
              <a:t>Section 2: Customer escalation analysis. EMP036 contributes to ast emp036 28 through recurring collaboration, clear ownership boundaries, and measurable outcomes. The team captures decisions, open issues, and handoffs so that knowledge remains discoverable for future programs.</a:t>
            </a:r>
          </a:p>
          <a:p>
            <a:pPr lvl="1"/>
            <a:r>
              <a:t>Section 3: Knowledge transfer and onboarding. EMP036 contributes to ast emp036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Emp036 28 - EMP036</a:t>
            </a:r>
          </a:p>
        </p:txBody>
      </p:sp>
      <p:sp>
        <p:nvSpPr>
          <p:cNvPr id="3" name="Content Placeholder 2"/>
          <p:cNvSpPr>
            <a:spLocks noGrp="1"/>
          </p:cNvSpPr>
          <p:nvPr>
            <p:ph idx="1"/>
          </p:nvPr>
        </p:nvSpPr>
        <p:spPr/>
        <p:txBody>
          <a:bodyPr/>
          <a:lstStyle/>
          <a:p>
            <a:r>
              <a:t>Slide 5: Executive Summary</a:t>
            </a:r>
          </a:p>
          <a:p>
            <a:pPr lvl="1"/>
            <a:r>
              <a:t>Section 1: Operational risk review. EMP036 contributes to ast emp036 28 through recurring collaboration, clear ownership boundaries, and measurable outcomes. The team captures decisions, open issues, and handoffs so that knowledge remains discoverable for future programs.</a:t>
            </a:r>
          </a:p>
          <a:p>
            <a:pPr lvl="1"/>
            <a:r>
              <a:t>Section 2: Customer escalation analysis. EMP036 contributes to ast emp036 28 through recurring collaboration, clear ownership boundaries, and measurable outcomes. The team captures decisions, open issues, and handoffs so that knowledge remains discoverable for future programs.</a:t>
            </a:r>
          </a:p>
          <a:p>
            <a:pPr lvl="1"/>
            <a:r>
              <a:t>Section 3: Automation backlog refinement. EMP036 contributes to ast emp036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