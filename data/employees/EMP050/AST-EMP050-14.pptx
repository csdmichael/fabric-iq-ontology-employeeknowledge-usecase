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Emp050 14 - EMP050</a:t>
            </a:r>
          </a:p>
        </p:txBody>
      </p:sp>
      <p:sp>
        <p:nvSpPr>
          <p:cNvPr id="3" name="Content Placeholder 2"/>
          <p:cNvSpPr>
            <a:spLocks noGrp="1"/>
          </p:cNvSpPr>
          <p:nvPr>
            <p:ph idx="1"/>
          </p:nvPr>
        </p:nvSpPr>
        <p:spPr/>
        <p:txBody>
          <a:bodyPr/>
          <a:lstStyle/>
          <a:p>
            <a:r>
              <a:t>Slide 1: Executive Summary</a:t>
            </a:r>
          </a:p>
          <a:p>
            <a:pPr lvl="1"/>
            <a:r>
              <a:t>Section 1: Knowledge transfer and onboarding. EMP050 contributes to ast emp050 14 through recurring collaboration, clear ownership boundaries, and measurable outcomes. The team captures decisions, open issues, and handoffs so that knowledge remains discoverable for future programs.</a:t>
            </a:r>
          </a:p>
          <a:p>
            <a:pPr lvl="1"/>
            <a:r>
              <a:t>Section 2: Operational risk review. EMP050 contributes to ast emp050 14 through recurring collaboration, clear ownership boundaries, and measurable outcomes. The team captures decisions, open issues, and handoffs so that knowledge remains discoverable for future programs.</a:t>
            </a:r>
          </a:p>
          <a:p>
            <a:pPr lvl="1"/>
            <a:r>
              <a:t>Section 3: Operational risk review. EMP050 contributes to ast emp050 14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Emp050 14 - EMP050</a:t>
            </a:r>
          </a:p>
        </p:txBody>
      </p:sp>
      <p:sp>
        <p:nvSpPr>
          <p:cNvPr id="3" name="Content Placeholder 2"/>
          <p:cNvSpPr>
            <a:spLocks noGrp="1"/>
          </p:cNvSpPr>
          <p:nvPr>
            <p:ph idx="1"/>
          </p:nvPr>
        </p:nvSpPr>
        <p:spPr/>
        <p:txBody>
          <a:bodyPr/>
          <a:lstStyle/>
          <a:p>
            <a:r>
              <a:t>Slide 2: Executive Summary</a:t>
            </a:r>
          </a:p>
          <a:p>
            <a:pPr lvl="1"/>
            <a:r>
              <a:t>Section 1: Customer escalation analysis. EMP050 contributes to ast emp050 14 through recurring collaboration, clear ownership boundaries, and measurable outcomes. The team captures decisions, open issues, and handoffs so that knowledge remains discoverable for future programs.</a:t>
            </a:r>
          </a:p>
          <a:p>
            <a:pPr lvl="1"/>
            <a:r>
              <a:t>Section 2: Knowledge transfer and onboarding. EMP050 contributes to ast emp050 14 through recurring collaboration, clear ownership boundaries, and measurable outcomes. The team captures decisions, open issues, and handoffs so that knowledge remains discoverable for future programs.</a:t>
            </a:r>
          </a:p>
          <a:p>
            <a:pPr lvl="1"/>
            <a:r>
              <a:t>Section 3: Automation backlog refinement. EMP050 contributes to ast emp050 14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Emp050 14 - EMP050</a:t>
            </a:r>
          </a:p>
        </p:txBody>
      </p:sp>
      <p:sp>
        <p:nvSpPr>
          <p:cNvPr id="3" name="Content Placeholder 2"/>
          <p:cNvSpPr>
            <a:spLocks noGrp="1"/>
          </p:cNvSpPr>
          <p:nvPr>
            <p:ph idx="1"/>
          </p:nvPr>
        </p:nvSpPr>
        <p:spPr/>
        <p:txBody>
          <a:bodyPr/>
          <a:lstStyle/>
          <a:p>
            <a:r>
              <a:t>Slide 3: Executive Summary</a:t>
            </a:r>
          </a:p>
          <a:p>
            <a:pPr lvl="1"/>
            <a:r>
              <a:t>Section 1: Fabric semantic model planning. EMP050 contributes to ast emp050 14 through recurring collaboration, clear ownership boundaries, and measurable outcomes. The team captures decisions, open issues, and handoffs so that knowledge remains discoverable for future programs.</a:t>
            </a:r>
          </a:p>
          <a:p>
            <a:pPr lvl="1"/>
            <a:r>
              <a:t>Section 2: Automation backlog refinement. EMP050 contributes to ast emp050 14 through recurring collaboration, clear ownership boundaries, and measurable outcomes. The team captures decisions, open issues, and handoffs so that knowledge remains discoverable for future programs.</a:t>
            </a:r>
          </a:p>
          <a:p>
            <a:pPr lvl="1"/>
            <a:r>
              <a:t>Section 3: Data quality remediation. EMP050 contributes to ast emp050 14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Emp050 14 - EMP050</a:t>
            </a:r>
          </a:p>
        </p:txBody>
      </p:sp>
      <p:sp>
        <p:nvSpPr>
          <p:cNvPr id="3" name="Content Placeholder 2"/>
          <p:cNvSpPr>
            <a:spLocks noGrp="1"/>
          </p:cNvSpPr>
          <p:nvPr>
            <p:ph idx="1"/>
          </p:nvPr>
        </p:nvSpPr>
        <p:spPr/>
        <p:txBody>
          <a:bodyPr/>
          <a:lstStyle/>
          <a:p>
            <a:r>
              <a:t>Slide 4: Executive Summary</a:t>
            </a:r>
          </a:p>
          <a:p>
            <a:pPr lvl="1"/>
            <a:r>
              <a:t>Section 1: Quarterly delivery milestones. EMP050 contributes to ast emp050 14 through recurring collaboration, clear ownership boundaries, and measurable outcomes. The team captures decisions, open issues, and handoffs so that knowledge remains discoverable for future programs.</a:t>
            </a:r>
          </a:p>
          <a:p>
            <a:pPr lvl="1"/>
            <a:r>
              <a:t>Section 2: Quarterly delivery milestones. EMP050 contributes to ast emp050 14 through recurring collaboration, clear ownership boundaries, and measurable outcomes. The team captures decisions, open issues, and handoffs so that knowledge remains discoverable for future programs.</a:t>
            </a:r>
          </a:p>
          <a:p>
            <a:pPr lvl="1"/>
            <a:r>
              <a:t>Section 3: Customer escalation analysis. EMP050 contributes to ast emp050 14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Emp050 14 - EMP050</a:t>
            </a:r>
          </a:p>
        </p:txBody>
      </p:sp>
      <p:sp>
        <p:nvSpPr>
          <p:cNvPr id="3" name="Content Placeholder 2"/>
          <p:cNvSpPr>
            <a:spLocks noGrp="1"/>
          </p:cNvSpPr>
          <p:nvPr>
            <p:ph idx="1"/>
          </p:nvPr>
        </p:nvSpPr>
        <p:spPr/>
        <p:txBody>
          <a:bodyPr/>
          <a:lstStyle/>
          <a:p>
            <a:r>
              <a:t>Slide 5: Executive Summary</a:t>
            </a:r>
          </a:p>
          <a:p>
            <a:pPr lvl="1"/>
            <a:r>
              <a:t>Section 1: Fabric semantic model planning. EMP050 contributes to ast emp050 14 through recurring collaboration, clear ownership boundaries, and measurable outcomes. The team captures decisions, open issues, and handoffs so that knowledge remains discoverable for future programs.</a:t>
            </a:r>
          </a:p>
          <a:p>
            <a:pPr lvl="1"/>
            <a:r>
              <a:t>Section 2: Quarterly delivery milestones. EMP050 contributes to ast emp050 14 through recurring collaboration, clear ownership boundaries, and measurable outcomes. The team captures decisions, open issues, and handoffs so that knowledge remains discoverable for future programs.</a:t>
            </a:r>
          </a:p>
          <a:p>
            <a:pPr lvl="1"/>
            <a:r>
              <a:t>Section 3: Department KPI performance. EMP050 contributes to ast emp050 14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