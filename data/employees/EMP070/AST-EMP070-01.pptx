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EMP070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Skyler Chen | Specialist | Operations</a:t>
            </a:r>
          </a:p>
          <a:p>
            <a:r>
              <a:t>Prepared: 2025-03-13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Shift Productivity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Shift Productivity Dashboard for Operations department.</a:t>
            </a:r>
          </a:p>
          <a:p>
            <a:r>
              <a:t>Responsible: Skyler Chen (Specialist)</a:t>
            </a:r>
          </a:p>
          <a:p>
            <a:r>
              <a:t>Location: Fremont | Skills: Kusto, MLOps, SQL, Power 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Throughput vs.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Throughput vs. Target for Operations department.</a:t>
            </a:r>
          </a:p>
          <a:p>
            <a:r>
              <a:t>Responsible: Skyler Chen (Specialist)</a:t>
            </a:r>
          </a:p>
          <a:p>
            <a:r>
              <a:t>Location: Fremont | Skills: Kusto, MLOps, SQL, Power 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Incident Response Metrics for Operations department.</a:t>
            </a:r>
          </a:p>
          <a:p>
            <a:r>
              <a:t>Responsible: Skyler Chen (Specialist)</a:t>
            </a:r>
          </a:p>
          <a:p>
            <a:r>
              <a:t>Location: Fremont | Skills: Kusto, MLOps, SQL, Power 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