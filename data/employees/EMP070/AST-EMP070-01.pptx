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Emp070 01 - EMP070</a:t>
            </a:r>
          </a:p>
        </p:txBody>
      </p:sp>
      <p:sp>
        <p:nvSpPr>
          <p:cNvPr id="3" name="Content Placeholder 2"/>
          <p:cNvSpPr>
            <a:spLocks noGrp="1"/>
          </p:cNvSpPr>
          <p:nvPr>
            <p:ph idx="1"/>
          </p:nvPr>
        </p:nvSpPr>
        <p:spPr/>
        <p:txBody>
          <a:bodyPr/>
          <a:lstStyle/>
          <a:p>
            <a:r>
              <a:t>Slide 1: Executive Summary</a:t>
            </a:r>
          </a:p>
          <a:p>
            <a:pPr lvl="1"/>
            <a:r>
              <a:t>Section 1: Operational risk review. EMP070 contributes to ast emp070 01 through recurring collaboration, clear ownership boundaries, and measurable outcomes. The team captures decisions, open issues, and handoffs so that knowledge remains discoverable for future programs.</a:t>
            </a:r>
          </a:p>
          <a:p>
            <a:pPr lvl="1"/>
            <a:r>
              <a:t>Section 2: Department KPI performance. EMP070 contributes to ast emp070 01 through recurring collaboration, clear ownership boundaries, and measurable outcomes. The team captures decisions, open issues, and handoffs so that knowledge remains discoverable for future programs.</a:t>
            </a:r>
          </a:p>
          <a:p>
            <a:pPr lvl="1"/>
            <a:r>
              <a:t>Section 3: Operational risk review. EMP070 contributes to ast emp070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Emp070 01 - EMP070</a:t>
            </a:r>
          </a:p>
        </p:txBody>
      </p:sp>
      <p:sp>
        <p:nvSpPr>
          <p:cNvPr id="3" name="Content Placeholder 2"/>
          <p:cNvSpPr>
            <a:spLocks noGrp="1"/>
          </p:cNvSpPr>
          <p:nvPr>
            <p:ph idx="1"/>
          </p:nvPr>
        </p:nvSpPr>
        <p:spPr/>
        <p:txBody>
          <a:bodyPr/>
          <a:lstStyle/>
          <a:p>
            <a:r>
              <a:t>Slide 2: Executive Summary</a:t>
            </a:r>
          </a:p>
          <a:p>
            <a:pPr lvl="1"/>
            <a:r>
              <a:t>Section 1: Knowledge transfer and onboarding. EMP070 contributes to ast emp070 01 through recurring collaboration, clear ownership boundaries, and measurable outcomes. The team captures decisions, open issues, and handoffs so that knowledge remains discoverable for future programs.</a:t>
            </a:r>
          </a:p>
          <a:p>
            <a:pPr lvl="1"/>
            <a:r>
              <a:t>Section 2: Knowledge transfer and onboarding. EMP070 contributes to ast emp070 01 through recurring collaboration, clear ownership boundaries, and measurable outcomes. The team captures decisions, open issues, and handoffs so that knowledge remains discoverable for future programs.</a:t>
            </a:r>
          </a:p>
          <a:p>
            <a:pPr lvl="1"/>
            <a:r>
              <a:t>Section 3: Department KPI performance. EMP070 contributes to ast emp070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Emp070 01 - EMP070</a:t>
            </a:r>
          </a:p>
        </p:txBody>
      </p:sp>
      <p:sp>
        <p:nvSpPr>
          <p:cNvPr id="3" name="Content Placeholder 2"/>
          <p:cNvSpPr>
            <a:spLocks noGrp="1"/>
          </p:cNvSpPr>
          <p:nvPr>
            <p:ph idx="1"/>
          </p:nvPr>
        </p:nvSpPr>
        <p:spPr/>
        <p:txBody>
          <a:bodyPr/>
          <a:lstStyle/>
          <a:p>
            <a:r>
              <a:t>Slide 3: Executive Summary</a:t>
            </a:r>
          </a:p>
          <a:p>
            <a:pPr lvl="1"/>
            <a:r>
              <a:t>Section 1: Data quality remediation. EMP070 contributes to ast emp070 01 through recurring collaboration, clear ownership boundaries, and measurable outcomes. The team captures decisions, open issues, and handoffs so that knowledge remains discoverable for future programs.</a:t>
            </a:r>
          </a:p>
          <a:p>
            <a:pPr lvl="1"/>
            <a:r>
              <a:t>Section 2: Department KPI performance. EMP070 contributes to ast emp070 01 through recurring collaboration, clear ownership boundaries, and measurable outcomes. The team captures decisions, open issues, and handoffs so that knowledge remains discoverable for future programs.</a:t>
            </a:r>
          </a:p>
          <a:p>
            <a:pPr lvl="1"/>
            <a:r>
              <a:t>Section 3: Automation backlog refinement. EMP070 contributes to ast emp070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Emp070 01 - EMP070</a:t>
            </a:r>
          </a:p>
        </p:txBody>
      </p:sp>
      <p:sp>
        <p:nvSpPr>
          <p:cNvPr id="3" name="Content Placeholder 2"/>
          <p:cNvSpPr>
            <a:spLocks noGrp="1"/>
          </p:cNvSpPr>
          <p:nvPr>
            <p:ph idx="1"/>
          </p:nvPr>
        </p:nvSpPr>
        <p:spPr/>
        <p:txBody>
          <a:bodyPr/>
          <a:lstStyle/>
          <a:p>
            <a:r>
              <a:t>Slide 4: Executive Summary</a:t>
            </a:r>
          </a:p>
          <a:p>
            <a:pPr lvl="1"/>
            <a:r>
              <a:t>Section 1: Customer escalation analysis. EMP070 contributes to ast emp070 01 through recurring collaboration, clear ownership boundaries, and measurable outcomes. The team captures decisions, open issues, and handoffs so that knowledge remains discoverable for future programs.</a:t>
            </a:r>
          </a:p>
          <a:p>
            <a:pPr lvl="1"/>
            <a:r>
              <a:t>Section 2: Data quality remediation. EMP070 contributes to ast emp070 01 through recurring collaboration, clear ownership boundaries, and measurable outcomes. The team captures decisions, open issues, and handoffs so that knowledge remains discoverable for future programs.</a:t>
            </a:r>
          </a:p>
          <a:p>
            <a:pPr lvl="1"/>
            <a:r>
              <a:t>Section 3: Customer escalation analysis. EMP070 contributes to ast emp070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Emp070 01 - EMP070</a:t>
            </a:r>
          </a:p>
        </p:txBody>
      </p:sp>
      <p:sp>
        <p:nvSpPr>
          <p:cNvPr id="3" name="Content Placeholder 2"/>
          <p:cNvSpPr>
            <a:spLocks noGrp="1"/>
          </p:cNvSpPr>
          <p:nvPr>
            <p:ph idx="1"/>
          </p:nvPr>
        </p:nvSpPr>
        <p:spPr/>
        <p:txBody>
          <a:bodyPr/>
          <a:lstStyle/>
          <a:p>
            <a:r>
              <a:t>Slide 5: Executive Summary</a:t>
            </a:r>
          </a:p>
          <a:p>
            <a:pPr lvl="1"/>
            <a:r>
              <a:t>Section 1: Knowledge transfer and onboarding. EMP070 contributes to ast emp070 01 through recurring collaboration, clear ownership boundaries, and measurable outcomes. The team captures decisions, open issues, and handoffs so that knowledge remains discoverable for future programs.</a:t>
            </a:r>
          </a:p>
          <a:p>
            <a:pPr lvl="1"/>
            <a:r>
              <a:t>Section 2: Customer escalation analysis. EMP070 contributes to ast emp070 01 through recurring collaboration, clear ownership boundaries, and measurable outcomes. The team captures decisions, open issues, and handoffs so that knowledge remains discoverable for future programs.</a:t>
            </a:r>
          </a:p>
          <a:p>
            <a:pPr lvl="1"/>
            <a:r>
              <a:t>Section 3: Department KPI performance. EMP070 contributes to ast emp070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