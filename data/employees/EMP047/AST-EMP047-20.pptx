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Emp047 20 - EMP047</a:t>
            </a:r>
          </a:p>
        </p:txBody>
      </p:sp>
      <p:sp>
        <p:nvSpPr>
          <p:cNvPr id="3" name="Content Placeholder 2"/>
          <p:cNvSpPr>
            <a:spLocks noGrp="1"/>
          </p:cNvSpPr>
          <p:nvPr>
            <p:ph idx="1"/>
          </p:nvPr>
        </p:nvSpPr>
        <p:spPr/>
        <p:txBody>
          <a:bodyPr/>
          <a:lstStyle/>
          <a:p>
            <a:r>
              <a:t>Slide 1: Executive Summary</a:t>
            </a:r>
          </a:p>
          <a:p>
            <a:pPr lvl="1"/>
            <a:r>
              <a:t>Section 1: Data quality remediation. EMP047 contributes to ast emp047 20 through recurring collaboration, clear ownership boundaries, and measurable outcomes. The team captures decisions, open issues, and handoffs so that knowledge remains discoverable for future programs.</a:t>
            </a:r>
          </a:p>
          <a:p>
            <a:pPr lvl="1"/>
            <a:r>
              <a:t>Section 2: Fabric semantic model planning. EMP047 contributes to ast emp047 20 through recurring collaboration, clear ownership boundaries, and measurable outcomes. The team captures decisions, open issues, and handoffs so that knowledge remains discoverable for future programs.</a:t>
            </a:r>
          </a:p>
          <a:p>
            <a:pPr lvl="1"/>
            <a:r>
              <a:t>Section 3: Quarterly delivery milestones. EMP047 contributes to ast emp047 20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Emp047 20 - EMP047</a:t>
            </a:r>
          </a:p>
        </p:txBody>
      </p:sp>
      <p:sp>
        <p:nvSpPr>
          <p:cNvPr id="3" name="Content Placeholder 2"/>
          <p:cNvSpPr>
            <a:spLocks noGrp="1"/>
          </p:cNvSpPr>
          <p:nvPr>
            <p:ph idx="1"/>
          </p:nvPr>
        </p:nvSpPr>
        <p:spPr/>
        <p:txBody>
          <a:bodyPr/>
          <a:lstStyle/>
          <a:p>
            <a:r>
              <a:t>Slide 2: Executive Summary</a:t>
            </a:r>
          </a:p>
          <a:p>
            <a:pPr lvl="1"/>
            <a:r>
              <a:t>Section 1: Automation backlog refinement. EMP047 contributes to ast emp047 20 through recurring collaboration, clear ownership boundaries, and measurable outcomes. The team captures decisions, open issues, and handoffs so that knowledge remains discoverable for future programs.</a:t>
            </a:r>
          </a:p>
          <a:p>
            <a:pPr lvl="1"/>
            <a:r>
              <a:t>Section 2: Operational risk review. EMP047 contributes to ast emp047 20 through recurring collaboration, clear ownership boundaries, and measurable outcomes. The team captures decisions, open issues, and handoffs so that knowledge remains discoverable for future programs.</a:t>
            </a:r>
          </a:p>
          <a:p>
            <a:pPr lvl="1"/>
            <a:r>
              <a:t>Section 3: Department KPI performance. EMP047 contributes to ast emp047 20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Emp047 20 - EMP047</a:t>
            </a:r>
          </a:p>
        </p:txBody>
      </p:sp>
      <p:sp>
        <p:nvSpPr>
          <p:cNvPr id="3" name="Content Placeholder 2"/>
          <p:cNvSpPr>
            <a:spLocks noGrp="1"/>
          </p:cNvSpPr>
          <p:nvPr>
            <p:ph idx="1"/>
          </p:nvPr>
        </p:nvSpPr>
        <p:spPr/>
        <p:txBody>
          <a:bodyPr/>
          <a:lstStyle/>
          <a:p>
            <a:r>
              <a:t>Slide 3: Executive Summary</a:t>
            </a:r>
          </a:p>
          <a:p>
            <a:pPr lvl="1"/>
            <a:r>
              <a:t>Section 1: Automation backlog refinement. EMP047 contributes to ast emp047 20 through recurring collaboration, clear ownership boundaries, and measurable outcomes. The team captures decisions, open issues, and handoffs so that knowledge remains discoverable for future programs.</a:t>
            </a:r>
          </a:p>
          <a:p>
            <a:pPr lvl="1"/>
            <a:r>
              <a:t>Section 2: Fabric semantic model planning. EMP047 contributes to ast emp047 20 through recurring collaboration, clear ownership boundaries, and measurable outcomes. The team captures decisions, open issues, and handoffs so that knowledge remains discoverable for future programs.</a:t>
            </a:r>
          </a:p>
          <a:p>
            <a:pPr lvl="1"/>
            <a:r>
              <a:t>Section 3: Quarterly delivery milestones. EMP047 contributes to ast emp047 20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Emp047 20 - EMP047</a:t>
            </a:r>
          </a:p>
        </p:txBody>
      </p:sp>
      <p:sp>
        <p:nvSpPr>
          <p:cNvPr id="3" name="Content Placeholder 2"/>
          <p:cNvSpPr>
            <a:spLocks noGrp="1"/>
          </p:cNvSpPr>
          <p:nvPr>
            <p:ph idx="1"/>
          </p:nvPr>
        </p:nvSpPr>
        <p:spPr/>
        <p:txBody>
          <a:bodyPr/>
          <a:lstStyle/>
          <a:p>
            <a:r>
              <a:t>Slide 4: Executive Summary</a:t>
            </a:r>
          </a:p>
          <a:p>
            <a:pPr lvl="1"/>
            <a:r>
              <a:t>Section 1: Fabric semantic model planning. EMP047 contributes to ast emp047 20 through recurring collaboration, clear ownership boundaries, and measurable outcomes. The team captures decisions, open issues, and handoffs so that knowledge remains discoverable for future programs.</a:t>
            </a:r>
          </a:p>
          <a:p>
            <a:pPr lvl="1"/>
            <a:r>
              <a:t>Section 2: Quarterly delivery milestones. EMP047 contributes to ast emp047 20 through recurring collaboration, clear ownership boundaries, and measurable outcomes. The team captures decisions, open issues, and handoffs so that knowledge remains discoverable for future programs.</a:t>
            </a:r>
          </a:p>
          <a:p>
            <a:pPr lvl="1"/>
            <a:r>
              <a:t>Section 3: Quarterly delivery milestones. EMP047 contributes to ast emp047 20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Emp047 20 - EMP047</a:t>
            </a:r>
          </a:p>
        </p:txBody>
      </p:sp>
      <p:sp>
        <p:nvSpPr>
          <p:cNvPr id="3" name="Content Placeholder 2"/>
          <p:cNvSpPr>
            <a:spLocks noGrp="1"/>
          </p:cNvSpPr>
          <p:nvPr>
            <p:ph idx="1"/>
          </p:nvPr>
        </p:nvSpPr>
        <p:spPr/>
        <p:txBody>
          <a:bodyPr/>
          <a:lstStyle/>
          <a:p>
            <a:r>
              <a:t>Slide 5: Executive Summary</a:t>
            </a:r>
          </a:p>
          <a:p>
            <a:pPr lvl="1"/>
            <a:r>
              <a:t>Section 1: Data quality remediation. EMP047 contributes to ast emp047 20 through recurring collaboration, clear ownership boundaries, and measurable outcomes. The team captures decisions, open issues, and handoffs so that knowledge remains discoverable for future programs.</a:t>
            </a:r>
          </a:p>
          <a:p>
            <a:pPr lvl="1"/>
            <a:r>
              <a:t>Section 2: Department KPI performance. EMP047 contributes to ast emp047 20 through recurring collaboration, clear ownership boundaries, and measurable outcomes. The team captures decisions, open issues, and handoffs so that knowledge remains discoverable for future programs.</a:t>
            </a:r>
          </a:p>
          <a:p>
            <a:pPr lvl="1"/>
            <a:r>
              <a:t>Section 3: Data quality remediation. EMP047 contributes to ast emp047 20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