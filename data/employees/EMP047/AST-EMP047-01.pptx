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EMP047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Director | R&amp;D</a:t>
            </a:r>
          </a:p>
          <a:p>
            <a:r>
              <a:t>Prepared: 2025-02-18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Riley Patel (Director)</a:t>
            </a:r>
          </a:p>
          <a:p>
            <a:r>
              <a:t>Location: Austin | Skills: Power BI, TypeScript, MLOps,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Riley Patel (Director)</a:t>
            </a:r>
          </a:p>
          <a:p>
            <a:r>
              <a:t>Location: Austin | Skills: Power BI, TypeScript, MLOps,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Riley Patel (Director)</a:t>
            </a:r>
          </a:p>
          <a:p>
            <a:r>
              <a:t>Location: Austin | Skills: Power BI, TypeScript, MLOps,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