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Emp047 01 - EMP047</a:t>
            </a:r>
          </a:p>
        </p:txBody>
      </p:sp>
      <p:sp>
        <p:nvSpPr>
          <p:cNvPr id="3" name="Content Placeholder 2"/>
          <p:cNvSpPr>
            <a:spLocks noGrp="1"/>
          </p:cNvSpPr>
          <p:nvPr>
            <p:ph idx="1"/>
          </p:nvPr>
        </p:nvSpPr>
        <p:spPr/>
        <p:txBody>
          <a:bodyPr/>
          <a:lstStyle/>
          <a:p>
            <a:r>
              <a:t>Slide 1: Executive Summary</a:t>
            </a:r>
          </a:p>
          <a:p>
            <a:pPr lvl="1"/>
            <a:r>
              <a:t>Section 1: Customer escalation analysis. EMP047 contributes to ast emp047 01 through recurring collaboration, clear ownership boundaries, and measurable outcomes. The team captures decisions, open issues, and handoffs so that knowledge remains discoverable for future programs.</a:t>
            </a:r>
          </a:p>
          <a:p>
            <a:pPr lvl="1"/>
            <a:r>
              <a:t>Section 2: Operational risk review. EMP047 contributes to ast emp047 01 through recurring collaboration, clear ownership boundaries, and measurable outcomes. The team captures decisions, open issues, and handoffs so that knowledge remains discoverable for future programs.</a:t>
            </a:r>
          </a:p>
          <a:p>
            <a:pPr lvl="1"/>
            <a:r>
              <a:t>Section 3: Department KPI performance. EMP047 contributes to ast emp047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Emp047 01 - EMP047</a:t>
            </a:r>
          </a:p>
        </p:txBody>
      </p:sp>
      <p:sp>
        <p:nvSpPr>
          <p:cNvPr id="3" name="Content Placeholder 2"/>
          <p:cNvSpPr>
            <a:spLocks noGrp="1"/>
          </p:cNvSpPr>
          <p:nvPr>
            <p:ph idx="1"/>
          </p:nvPr>
        </p:nvSpPr>
        <p:spPr/>
        <p:txBody>
          <a:bodyPr/>
          <a:lstStyle/>
          <a:p>
            <a:r>
              <a:t>Slide 2: Executive Summary</a:t>
            </a:r>
          </a:p>
          <a:p>
            <a:pPr lvl="1"/>
            <a:r>
              <a:t>Section 1: Knowledge transfer and onboarding. EMP047 contributes to ast emp047 01 through recurring collaboration, clear ownership boundaries, and measurable outcomes. The team captures decisions, open issues, and handoffs so that knowledge remains discoverable for future programs.</a:t>
            </a:r>
          </a:p>
          <a:p>
            <a:pPr lvl="1"/>
            <a:r>
              <a:t>Section 2: Fabric semantic model planning. EMP047 contributes to ast emp047 01 through recurring collaboration, clear ownership boundaries, and measurable outcomes. The team captures decisions, open issues, and handoffs so that knowledge remains discoverable for future programs.</a:t>
            </a:r>
          </a:p>
          <a:p>
            <a:pPr lvl="1"/>
            <a:r>
              <a:t>Section 3: Customer escalation analysis. EMP047 contributes to ast emp047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Emp047 01 - EMP047</a:t>
            </a:r>
          </a:p>
        </p:txBody>
      </p:sp>
      <p:sp>
        <p:nvSpPr>
          <p:cNvPr id="3" name="Content Placeholder 2"/>
          <p:cNvSpPr>
            <a:spLocks noGrp="1"/>
          </p:cNvSpPr>
          <p:nvPr>
            <p:ph idx="1"/>
          </p:nvPr>
        </p:nvSpPr>
        <p:spPr/>
        <p:txBody>
          <a:bodyPr/>
          <a:lstStyle/>
          <a:p>
            <a:r>
              <a:t>Slide 3: Executive Summary</a:t>
            </a:r>
          </a:p>
          <a:p>
            <a:pPr lvl="1"/>
            <a:r>
              <a:t>Section 1: Operational risk review. EMP047 contributes to ast emp047 01 through recurring collaboration, clear ownership boundaries, and measurable outcomes. The team captures decisions, open issues, and handoffs so that knowledge remains discoverable for future programs.</a:t>
            </a:r>
          </a:p>
          <a:p>
            <a:pPr lvl="1"/>
            <a:r>
              <a:t>Section 2: Automation backlog refinement. EMP047 contributes to ast emp047 01 through recurring collaboration, clear ownership boundaries, and measurable outcomes. The team captures decisions, open issues, and handoffs so that knowledge remains discoverable for future programs.</a:t>
            </a:r>
          </a:p>
          <a:p>
            <a:pPr lvl="1"/>
            <a:r>
              <a:t>Section 3: Automation backlog refinement. EMP047 contributes to ast emp047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Emp047 01 - EMP047</a:t>
            </a:r>
          </a:p>
        </p:txBody>
      </p:sp>
      <p:sp>
        <p:nvSpPr>
          <p:cNvPr id="3" name="Content Placeholder 2"/>
          <p:cNvSpPr>
            <a:spLocks noGrp="1"/>
          </p:cNvSpPr>
          <p:nvPr>
            <p:ph idx="1"/>
          </p:nvPr>
        </p:nvSpPr>
        <p:spPr/>
        <p:txBody>
          <a:bodyPr/>
          <a:lstStyle/>
          <a:p>
            <a:r>
              <a:t>Slide 4: Executive Summary</a:t>
            </a:r>
          </a:p>
          <a:p>
            <a:pPr lvl="1"/>
            <a:r>
              <a:t>Section 1: Customer escalation analysis. EMP047 contributes to ast emp047 01 through recurring collaboration, clear ownership boundaries, and measurable outcomes. The team captures decisions, open issues, and handoffs so that knowledge remains discoverable for future programs.</a:t>
            </a:r>
          </a:p>
          <a:p>
            <a:pPr lvl="1"/>
            <a:r>
              <a:t>Section 2: Automation backlog refinement. EMP047 contributes to ast emp047 01 through recurring collaboration, clear ownership boundaries, and measurable outcomes. The team captures decisions, open issues, and handoffs so that knowledge remains discoverable for future programs.</a:t>
            </a:r>
          </a:p>
          <a:p>
            <a:pPr lvl="1"/>
            <a:r>
              <a:t>Section 3: Knowledge transfer and onboarding. EMP047 contributes to ast emp047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Emp047 01 - EMP047</a:t>
            </a:r>
          </a:p>
        </p:txBody>
      </p:sp>
      <p:sp>
        <p:nvSpPr>
          <p:cNvPr id="3" name="Content Placeholder 2"/>
          <p:cNvSpPr>
            <a:spLocks noGrp="1"/>
          </p:cNvSpPr>
          <p:nvPr>
            <p:ph idx="1"/>
          </p:nvPr>
        </p:nvSpPr>
        <p:spPr/>
        <p:txBody>
          <a:bodyPr/>
          <a:lstStyle/>
          <a:p>
            <a:r>
              <a:t>Slide 5: Executive Summary</a:t>
            </a:r>
          </a:p>
          <a:p>
            <a:pPr lvl="1"/>
            <a:r>
              <a:t>Section 1: Department KPI performance. EMP047 contributes to ast emp047 01 through recurring collaboration, clear ownership boundaries, and measurable outcomes. The team captures decisions, open issues, and handoffs so that knowledge remains discoverable for future programs.</a:t>
            </a:r>
          </a:p>
          <a:p>
            <a:pPr lvl="1"/>
            <a:r>
              <a:t>Section 2: Data quality remediation. EMP047 contributes to ast emp047 01 through recurring collaboration, clear ownership boundaries, and measurable outcomes. The team captures decisions, open issues, and handoffs so that knowledge remains discoverable for future programs.</a:t>
            </a:r>
          </a:p>
          <a:p>
            <a:pPr lvl="1"/>
            <a:r>
              <a:t>Section 3: Department KPI performance. EMP047 contributes to ast emp047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