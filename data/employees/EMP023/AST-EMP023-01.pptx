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01 - EMP023</a:t>
            </a:r>
          </a:p>
        </p:txBody>
      </p:sp>
      <p:sp>
        <p:nvSpPr>
          <p:cNvPr id="3" name="Content Placeholder 2"/>
          <p:cNvSpPr>
            <a:spLocks noGrp="1"/>
          </p:cNvSpPr>
          <p:nvPr>
            <p:ph idx="1"/>
          </p:nvPr>
        </p:nvSpPr>
        <p:spPr/>
        <p:txBody>
          <a:bodyPr/>
          <a:lstStyle/>
          <a:p>
            <a:r>
              <a:t>Slide 1: Executive Summary</a:t>
            </a:r>
          </a:p>
          <a:p>
            <a:pPr lvl="1"/>
            <a:r>
              <a:t>Section 1: Fabric semantic model planning. EMP023 contributes to ast emp023 01 through recurring collaboration, clear ownership boundaries, and measurable outcomes. The team captures decisions, open issues, and handoffs so that knowledge remains discoverable for future programs.</a:t>
            </a:r>
          </a:p>
          <a:p>
            <a:pPr lvl="1"/>
            <a:r>
              <a:t>Section 2: Quarterly delivery milestones. EMP023 contributes to ast emp023 01 through recurring collaboration, clear ownership boundaries, and measurable outcomes. The team captures decisions, open issues, and handoffs so that knowledge remains discoverable for future programs.</a:t>
            </a:r>
          </a:p>
          <a:p>
            <a:pPr lvl="1"/>
            <a:r>
              <a:t>Section 3: Department KPI performance. EMP023 contributes to ast emp023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01 - EMP023</a:t>
            </a:r>
          </a:p>
        </p:txBody>
      </p:sp>
      <p:sp>
        <p:nvSpPr>
          <p:cNvPr id="3" name="Content Placeholder 2"/>
          <p:cNvSpPr>
            <a:spLocks noGrp="1"/>
          </p:cNvSpPr>
          <p:nvPr>
            <p:ph idx="1"/>
          </p:nvPr>
        </p:nvSpPr>
        <p:spPr/>
        <p:txBody>
          <a:bodyPr/>
          <a:lstStyle/>
          <a:p>
            <a:r>
              <a:t>Slide 2: Executive Summary</a:t>
            </a:r>
          </a:p>
          <a:p>
            <a:pPr lvl="1"/>
            <a:r>
              <a:t>Section 1: Operational risk review. EMP023 contributes to ast emp023 01 through recurring collaboration, clear ownership boundaries, and measurable outcomes. The team captures decisions, open issues, and handoffs so that knowledge remains discoverable for future programs.</a:t>
            </a:r>
          </a:p>
          <a:p>
            <a:pPr lvl="1"/>
            <a:r>
              <a:t>Section 2: Department KPI performance. EMP023 contributes to ast emp023 01 through recurring collaboration, clear ownership boundaries, and measurable outcomes. The team captures decisions, open issues, and handoffs so that knowledge remains discoverable for future programs.</a:t>
            </a:r>
          </a:p>
          <a:p>
            <a:pPr lvl="1"/>
            <a:r>
              <a:t>Section 3: Data quality remediation. EMP023 contributes to ast emp023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01 - EMP023</a:t>
            </a:r>
          </a:p>
        </p:txBody>
      </p:sp>
      <p:sp>
        <p:nvSpPr>
          <p:cNvPr id="3" name="Content Placeholder 2"/>
          <p:cNvSpPr>
            <a:spLocks noGrp="1"/>
          </p:cNvSpPr>
          <p:nvPr>
            <p:ph idx="1"/>
          </p:nvPr>
        </p:nvSpPr>
        <p:spPr/>
        <p:txBody>
          <a:bodyPr/>
          <a:lstStyle/>
          <a:p>
            <a:r>
              <a:t>Slide 3: Executive Summary</a:t>
            </a:r>
          </a:p>
          <a:p>
            <a:pPr lvl="1"/>
            <a:r>
              <a:t>Section 1: Quarterly delivery milestones. EMP023 contributes to ast emp023 01 through recurring collaboration, clear ownership boundaries, and measurable outcomes. The team captures decisions, open issues, and handoffs so that knowledge remains discoverable for future programs.</a:t>
            </a:r>
          </a:p>
          <a:p>
            <a:pPr lvl="1"/>
            <a:r>
              <a:t>Section 2: Automation backlog refinement. EMP023 contributes to ast emp023 01 through recurring collaboration, clear ownership boundaries, and measurable outcomes. The team captures decisions, open issues, and handoffs so that knowledge remains discoverable for future programs.</a:t>
            </a:r>
          </a:p>
          <a:p>
            <a:pPr lvl="1"/>
            <a:r>
              <a:t>Section 3: Knowledge transfer and onboarding. EMP023 contributes to ast emp023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01 - EMP023</a:t>
            </a:r>
          </a:p>
        </p:txBody>
      </p:sp>
      <p:sp>
        <p:nvSpPr>
          <p:cNvPr id="3" name="Content Placeholder 2"/>
          <p:cNvSpPr>
            <a:spLocks noGrp="1"/>
          </p:cNvSpPr>
          <p:nvPr>
            <p:ph idx="1"/>
          </p:nvPr>
        </p:nvSpPr>
        <p:spPr/>
        <p:txBody>
          <a:bodyPr/>
          <a:lstStyle/>
          <a:p>
            <a:r>
              <a:t>Slide 4: Executive Summary</a:t>
            </a:r>
          </a:p>
          <a:p>
            <a:pPr lvl="1"/>
            <a:r>
              <a:t>Section 1: Fabric semantic model planning. EMP023 contributes to ast emp023 01 through recurring collaboration, clear ownership boundaries, and measurable outcomes. The team captures decisions, open issues, and handoffs so that knowledge remains discoverable for future programs.</a:t>
            </a:r>
          </a:p>
          <a:p>
            <a:pPr lvl="1"/>
            <a:r>
              <a:t>Section 2: Operational risk review. EMP023 contributes to ast emp023 01 through recurring collaboration, clear ownership boundaries, and measurable outcomes. The team captures decisions, open issues, and handoffs so that knowledge remains discoverable for future programs.</a:t>
            </a:r>
          </a:p>
          <a:p>
            <a:pPr lvl="1"/>
            <a:r>
              <a:t>Section 3: Quarterly delivery milestones. EMP023 contributes to ast emp023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Emp023 01 - EMP023</a:t>
            </a:r>
          </a:p>
        </p:txBody>
      </p:sp>
      <p:sp>
        <p:nvSpPr>
          <p:cNvPr id="3" name="Content Placeholder 2"/>
          <p:cNvSpPr>
            <a:spLocks noGrp="1"/>
          </p:cNvSpPr>
          <p:nvPr>
            <p:ph idx="1"/>
          </p:nvPr>
        </p:nvSpPr>
        <p:spPr/>
        <p:txBody>
          <a:bodyPr/>
          <a:lstStyle/>
          <a:p>
            <a:r>
              <a:t>Slide 5: Executive Summary</a:t>
            </a:r>
          </a:p>
          <a:p>
            <a:pPr lvl="1"/>
            <a:r>
              <a:t>Section 1: Fabric semantic model planning. EMP023 contributes to ast emp023 01 through recurring collaboration, clear ownership boundaries, and measurable outcomes. The team captures decisions, open issues, and handoffs so that knowledge remains discoverable for future programs.</a:t>
            </a:r>
          </a:p>
          <a:p>
            <a:pPr lvl="1"/>
            <a:r>
              <a:t>Section 2: Customer escalation analysis. EMP023 contributes to ast emp023 01 through recurring collaboration, clear ownership boundaries, and measurable outcomes. The team captures decisions, open issues, and handoffs so that knowledge remains discoverable for future programs.</a:t>
            </a:r>
          </a:p>
          <a:p>
            <a:pPr lvl="1"/>
            <a:r>
              <a:t>Section 3: Fabric semantic model planning. EMP023 contributes to ast emp023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