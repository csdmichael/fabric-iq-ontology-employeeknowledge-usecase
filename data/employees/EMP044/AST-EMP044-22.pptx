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22 - EMP044</a:t>
            </a:r>
          </a:p>
        </p:txBody>
      </p:sp>
      <p:sp>
        <p:nvSpPr>
          <p:cNvPr id="3" name="Content Placeholder 2"/>
          <p:cNvSpPr>
            <a:spLocks noGrp="1"/>
          </p:cNvSpPr>
          <p:nvPr>
            <p:ph idx="1"/>
          </p:nvPr>
        </p:nvSpPr>
        <p:spPr/>
        <p:txBody>
          <a:bodyPr/>
          <a:lstStyle/>
          <a:p>
            <a:r>
              <a:t>Slide 1: Executive Summary</a:t>
            </a:r>
          </a:p>
          <a:p>
            <a:pPr lvl="1"/>
            <a:r>
              <a:t>Section 1: Customer escalation analysis. EMP044 contributes to ast emp044 22 through recurring collaboration, clear ownership boundaries, and measurable outcomes. The team captures decisions, open issues, and handoffs so that knowledge remains discoverable for future programs.</a:t>
            </a:r>
          </a:p>
          <a:p>
            <a:pPr lvl="1"/>
            <a:r>
              <a:t>Section 2: Fabric semantic model planning. EMP044 contributes to ast emp044 22 through recurring collaboration, clear ownership boundaries, and measurable outcomes. The team captures decisions, open issues, and handoffs so that knowledge remains discoverable for future programs.</a:t>
            </a:r>
          </a:p>
          <a:p>
            <a:pPr lvl="1"/>
            <a:r>
              <a:t>Section 3: Data quality remediation. EMP044 contributes to ast emp044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22 - EMP044</a:t>
            </a:r>
          </a:p>
        </p:txBody>
      </p:sp>
      <p:sp>
        <p:nvSpPr>
          <p:cNvPr id="3" name="Content Placeholder 2"/>
          <p:cNvSpPr>
            <a:spLocks noGrp="1"/>
          </p:cNvSpPr>
          <p:nvPr>
            <p:ph idx="1"/>
          </p:nvPr>
        </p:nvSpPr>
        <p:spPr/>
        <p:txBody>
          <a:bodyPr/>
          <a:lstStyle/>
          <a:p>
            <a:r>
              <a:t>Slide 2: Executive Summary</a:t>
            </a:r>
          </a:p>
          <a:p>
            <a:pPr lvl="1"/>
            <a:r>
              <a:t>Section 1: Fabric semantic model planning. EMP044 contributes to ast emp044 22 through recurring collaboration, clear ownership boundaries, and measurable outcomes. The team captures decisions, open issues, and handoffs so that knowledge remains discoverable for future programs.</a:t>
            </a:r>
          </a:p>
          <a:p>
            <a:pPr lvl="1"/>
            <a:r>
              <a:t>Section 2: Quarterly delivery milestones. EMP044 contributes to ast emp044 22 through recurring collaboration, clear ownership boundaries, and measurable outcomes. The team captures decisions, open issues, and handoffs so that knowledge remains discoverable for future programs.</a:t>
            </a:r>
          </a:p>
          <a:p>
            <a:pPr lvl="1"/>
            <a:r>
              <a:t>Section 3: Automation backlog refinement. EMP044 contributes to ast emp044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22 - EMP044</a:t>
            </a:r>
          </a:p>
        </p:txBody>
      </p:sp>
      <p:sp>
        <p:nvSpPr>
          <p:cNvPr id="3" name="Content Placeholder 2"/>
          <p:cNvSpPr>
            <a:spLocks noGrp="1"/>
          </p:cNvSpPr>
          <p:nvPr>
            <p:ph idx="1"/>
          </p:nvPr>
        </p:nvSpPr>
        <p:spPr/>
        <p:txBody>
          <a:bodyPr/>
          <a:lstStyle/>
          <a:p>
            <a:r>
              <a:t>Slide 3: Executive Summary</a:t>
            </a:r>
          </a:p>
          <a:p>
            <a:pPr lvl="1"/>
            <a:r>
              <a:t>Section 1: Operational risk review. EMP044 contributes to ast emp044 22 through recurring collaboration, clear ownership boundaries, and measurable outcomes. The team captures decisions, open issues, and handoffs so that knowledge remains discoverable for future programs.</a:t>
            </a:r>
          </a:p>
          <a:p>
            <a:pPr lvl="1"/>
            <a:r>
              <a:t>Section 2: Customer escalation analysis. EMP044 contributes to ast emp044 22 through recurring collaboration, clear ownership boundaries, and measurable outcomes. The team captures decisions, open issues, and handoffs so that knowledge remains discoverable for future programs.</a:t>
            </a:r>
          </a:p>
          <a:p>
            <a:pPr lvl="1"/>
            <a:r>
              <a:t>Section 3: Department KPI performance. EMP044 contributes to ast emp044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22 - EMP044</a:t>
            </a:r>
          </a:p>
        </p:txBody>
      </p:sp>
      <p:sp>
        <p:nvSpPr>
          <p:cNvPr id="3" name="Content Placeholder 2"/>
          <p:cNvSpPr>
            <a:spLocks noGrp="1"/>
          </p:cNvSpPr>
          <p:nvPr>
            <p:ph idx="1"/>
          </p:nvPr>
        </p:nvSpPr>
        <p:spPr/>
        <p:txBody>
          <a:bodyPr/>
          <a:lstStyle/>
          <a:p>
            <a:r>
              <a:t>Slide 4: Executive Summary</a:t>
            </a:r>
          </a:p>
          <a:p>
            <a:pPr lvl="1"/>
            <a:r>
              <a:t>Section 1: Quarterly delivery milestones. EMP044 contributes to ast emp044 22 through recurring collaboration, clear ownership boundaries, and measurable outcomes. The team captures decisions, open issues, and handoffs so that knowledge remains discoverable for future programs.</a:t>
            </a:r>
          </a:p>
          <a:p>
            <a:pPr lvl="1"/>
            <a:r>
              <a:t>Section 2: Customer escalation analysis. EMP044 contributes to ast emp044 22 through recurring collaboration, clear ownership boundaries, and measurable outcomes. The team captures decisions, open issues, and handoffs so that knowledge remains discoverable for future programs.</a:t>
            </a:r>
          </a:p>
          <a:p>
            <a:pPr lvl="1"/>
            <a:r>
              <a:t>Section 3: Knowledge transfer and onboarding. EMP044 contributes to ast emp044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22 - EMP044</a:t>
            </a:r>
          </a:p>
        </p:txBody>
      </p:sp>
      <p:sp>
        <p:nvSpPr>
          <p:cNvPr id="3" name="Content Placeholder 2"/>
          <p:cNvSpPr>
            <a:spLocks noGrp="1"/>
          </p:cNvSpPr>
          <p:nvPr>
            <p:ph idx="1"/>
          </p:nvPr>
        </p:nvSpPr>
        <p:spPr/>
        <p:txBody>
          <a:bodyPr/>
          <a:lstStyle/>
          <a:p>
            <a:r>
              <a:t>Slide 5: Executive Summary</a:t>
            </a:r>
          </a:p>
          <a:p>
            <a:pPr lvl="1"/>
            <a:r>
              <a:t>Section 1: Knowledge transfer and onboarding. EMP044 contributes to ast emp044 22 through recurring collaboration, clear ownership boundaries, and measurable outcomes. The team captures decisions, open issues, and handoffs so that knowledge remains discoverable for future programs.</a:t>
            </a:r>
          </a:p>
          <a:p>
            <a:pPr lvl="1"/>
            <a:r>
              <a:t>Section 2: Operational risk review. EMP044 contributes to ast emp044 22 through recurring collaboration, clear ownership boundaries, and measurable outcomes. The team captures decisions, open issues, and handoffs so that knowledge remains discoverable for future programs.</a:t>
            </a:r>
          </a:p>
          <a:p>
            <a:pPr lvl="1"/>
            <a:r>
              <a:t>Section 3: Operational risk review. EMP044 contributes to ast emp044 22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