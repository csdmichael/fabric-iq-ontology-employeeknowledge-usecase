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Emp044 11 - EMP044</a:t>
            </a:r>
          </a:p>
        </p:txBody>
      </p:sp>
      <p:sp>
        <p:nvSpPr>
          <p:cNvPr id="3" name="Content Placeholder 2"/>
          <p:cNvSpPr>
            <a:spLocks noGrp="1"/>
          </p:cNvSpPr>
          <p:nvPr>
            <p:ph idx="1"/>
          </p:nvPr>
        </p:nvSpPr>
        <p:spPr/>
        <p:txBody>
          <a:bodyPr/>
          <a:lstStyle/>
          <a:p>
            <a:r>
              <a:t>Slide 1: Executive Summary</a:t>
            </a:r>
          </a:p>
          <a:p>
            <a:pPr lvl="1"/>
            <a:r>
              <a:t>Section 1: Fabric semantic model planning. EMP044 contributes to ast emp044 11 through recurring collaboration, clear ownership boundaries, and measurable outcomes. The team captures decisions, open issues, and handoffs so that knowledge remains discoverable for future programs.</a:t>
            </a:r>
          </a:p>
          <a:p>
            <a:pPr lvl="1"/>
            <a:r>
              <a:t>Section 2: Department KPI performance. EMP044 contributes to ast emp044 11 through recurring collaboration, clear ownership boundaries, and measurable outcomes. The team captures decisions, open issues, and handoffs so that knowledge remains discoverable for future programs.</a:t>
            </a:r>
          </a:p>
          <a:p>
            <a:pPr lvl="1"/>
            <a:r>
              <a:t>Section 3: Data quality remediation. EMP044 contributes to ast emp044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Emp044 11 - EMP044</a:t>
            </a:r>
          </a:p>
        </p:txBody>
      </p:sp>
      <p:sp>
        <p:nvSpPr>
          <p:cNvPr id="3" name="Content Placeholder 2"/>
          <p:cNvSpPr>
            <a:spLocks noGrp="1"/>
          </p:cNvSpPr>
          <p:nvPr>
            <p:ph idx="1"/>
          </p:nvPr>
        </p:nvSpPr>
        <p:spPr/>
        <p:txBody>
          <a:bodyPr/>
          <a:lstStyle/>
          <a:p>
            <a:r>
              <a:t>Slide 2: Executive Summary</a:t>
            </a:r>
          </a:p>
          <a:p>
            <a:pPr lvl="1"/>
            <a:r>
              <a:t>Section 1: Customer escalation analysis. EMP044 contributes to ast emp044 11 through recurring collaboration, clear ownership boundaries, and measurable outcomes. The team captures decisions, open issues, and handoffs so that knowledge remains discoverable for future programs.</a:t>
            </a:r>
          </a:p>
          <a:p>
            <a:pPr lvl="1"/>
            <a:r>
              <a:t>Section 2: Data quality remediation. EMP044 contributes to ast emp044 11 through recurring collaboration, clear ownership boundaries, and measurable outcomes. The team captures decisions, open issues, and handoffs so that knowledge remains discoverable for future programs.</a:t>
            </a:r>
          </a:p>
          <a:p>
            <a:pPr lvl="1"/>
            <a:r>
              <a:t>Section 3: Quarterly delivery milestones. EMP044 contributes to ast emp044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Emp044 11 - EMP044</a:t>
            </a:r>
          </a:p>
        </p:txBody>
      </p:sp>
      <p:sp>
        <p:nvSpPr>
          <p:cNvPr id="3" name="Content Placeholder 2"/>
          <p:cNvSpPr>
            <a:spLocks noGrp="1"/>
          </p:cNvSpPr>
          <p:nvPr>
            <p:ph idx="1"/>
          </p:nvPr>
        </p:nvSpPr>
        <p:spPr/>
        <p:txBody>
          <a:bodyPr/>
          <a:lstStyle/>
          <a:p>
            <a:r>
              <a:t>Slide 3: Executive Summary</a:t>
            </a:r>
          </a:p>
          <a:p>
            <a:pPr lvl="1"/>
            <a:r>
              <a:t>Section 1: Department KPI performance. EMP044 contributes to ast emp044 11 through recurring collaboration, clear ownership boundaries, and measurable outcomes. The team captures decisions, open issues, and handoffs so that knowledge remains discoverable for future programs.</a:t>
            </a:r>
          </a:p>
          <a:p>
            <a:pPr lvl="1"/>
            <a:r>
              <a:t>Section 2: Quarterly delivery milestones. EMP044 contributes to ast emp044 11 through recurring collaboration, clear ownership boundaries, and measurable outcomes. The team captures decisions, open issues, and handoffs so that knowledge remains discoverable for future programs.</a:t>
            </a:r>
          </a:p>
          <a:p>
            <a:pPr lvl="1"/>
            <a:r>
              <a:t>Section 3: Knowledge transfer and onboarding. EMP044 contributes to ast emp044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Emp044 11 - EMP044</a:t>
            </a:r>
          </a:p>
        </p:txBody>
      </p:sp>
      <p:sp>
        <p:nvSpPr>
          <p:cNvPr id="3" name="Content Placeholder 2"/>
          <p:cNvSpPr>
            <a:spLocks noGrp="1"/>
          </p:cNvSpPr>
          <p:nvPr>
            <p:ph idx="1"/>
          </p:nvPr>
        </p:nvSpPr>
        <p:spPr/>
        <p:txBody>
          <a:bodyPr/>
          <a:lstStyle/>
          <a:p>
            <a:r>
              <a:t>Slide 4: Executive Summary</a:t>
            </a:r>
          </a:p>
          <a:p>
            <a:pPr lvl="1"/>
            <a:r>
              <a:t>Section 1: Knowledge transfer and onboarding. EMP044 contributes to ast emp044 11 through recurring collaboration, clear ownership boundaries, and measurable outcomes. The team captures decisions, open issues, and handoffs so that knowledge remains discoverable for future programs.</a:t>
            </a:r>
          </a:p>
          <a:p>
            <a:pPr lvl="1"/>
            <a:r>
              <a:t>Section 2: Quarterly delivery milestones. EMP044 contributes to ast emp044 11 through recurring collaboration, clear ownership boundaries, and measurable outcomes. The team captures decisions, open issues, and handoffs so that knowledge remains discoverable for future programs.</a:t>
            </a:r>
          </a:p>
          <a:p>
            <a:pPr lvl="1"/>
            <a:r>
              <a:t>Section 3: Knowledge transfer and onboarding. EMP044 contributes to ast emp044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Emp044 11 - EMP044</a:t>
            </a:r>
          </a:p>
        </p:txBody>
      </p:sp>
      <p:sp>
        <p:nvSpPr>
          <p:cNvPr id="3" name="Content Placeholder 2"/>
          <p:cNvSpPr>
            <a:spLocks noGrp="1"/>
          </p:cNvSpPr>
          <p:nvPr>
            <p:ph idx="1"/>
          </p:nvPr>
        </p:nvSpPr>
        <p:spPr/>
        <p:txBody>
          <a:bodyPr/>
          <a:lstStyle/>
          <a:p>
            <a:r>
              <a:t>Slide 5: Executive Summary</a:t>
            </a:r>
          </a:p>
          <a:p>
            <a:pPr lvl="1"/>
            <a:r>
              <a:t>Section 1: Customer escalation analysis. EMP044 contributes to ast emp044 11 through recurring collaboration, clear ownership boundaries, and measurable outcomes. The team captures decisions, open issues, and handoffs so that knowledge remains discoverable for future programs.</a:t>
            </a:r>
          </a:p>
          <a:p>
            <a:pPr lvl="1"/>
            <a:r>
              <a:t>Section 2: Knowledge transfer and onboarding. EMP044 contributes to ast emp044 11 through recurring collaboration, clear ownership boundaries, and measurable outcomes. The team captures decisions, open issues, and handoffs so that knowledge remains discoverable for future programs.</a:t>
            </a:r>
          </a:p>
          <a:p>
            <a:pPr lvl="1"/>
            <a:r>
              <a:t>Section 3: Quarterly delivery milestones. EMP044 contributes to ast emp044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