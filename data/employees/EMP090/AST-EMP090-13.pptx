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Emp090 13 - EMP090</a:t>
            </a:r>
          </a:p>
        </p:txBody>
      </p:sp>
      <p:sp>
        <p:nvSpPr>
          <p:cNvPr id="3" name="Content Placeholder 2"/>
          <p:cNvSpPr>
            <a:spLocks noGrp="1"/>
          </p:cNvSpPr>
          <p:nvPr>
            <p:ph idx="1"/>
          </p:nvPr>
        </p:nvSpPr>
        <p:spPr/>
        <p:txBody>
          <a:bodyPr/>
          <a:lstStyle/>
          <a:p>
            <a:r>
              <a:t>Slide 1: Executive Summary</a:t>
            </a:r>
          </a:p>
          <a:p>
            <a:pPr lvl="1"/>
            <a:r>
              <a:t>Section 1: Data quality remediation. EMP090 contributes to ast emp090 13 through recurring collaboration, clear ownership boundaries, and measurable outcomes. The team captures decisions, open issues, and handoffs so that knowledge remains discoverable for future programs.</a:t>
            </a:r>
          </a:p>
          <a:p>
            <a:pPr lvl="1"/>
            <a:r>
              <a:t>Section 2: Operational risk review. EMP090 contributes to ast emp090 13 through recurring collaboration, clear ownership boundaries, and measurable outcomes. The team captures decisions, open issues, and handoffs so that knowledge remains discoverable for future programs.</a:t>
            </a:r>
          </a:p>
          <a:p>
            <a:pPr lvl="1"/>
            <a:r>
              <a:t>Section 3: Customer escalation analysis. EMP090 contributes to ast emp090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Emp090 13 - EMP090</a:t>
            </a:r>
          </a:p>
        </p:txBody>
      </p:sp>
      <p:sp>
        <p:nvSpPr>
          <p:cNvPr id="3" name="Content Placeholder 2"/>
          <p:cNvSpPr>
            <a:spLocks noGrp="1"/>
          </p:cNvSpPr>
          <p:nvPr>
            <p:ph idx="1"/>
          </p:nvPr>
        </p:nvSpPr>
        <p:spPr/>
        <p:txBody>
          <a:bodyPr/>
          <a:lstStyle/>
          <a:p>
            <a:r>
              <a:t>Slide 2: Executive Summary</a:t>
            </a:r>
          </a:p>
          <a:p>
            <a:pPr lvl="1"/>
            <a:r>
              <a:t>Section 1: Department KPI performance. EMP090 contributes to ast emp090 13 through recurring collaboration, clear ownership boundaries, and measurable outcomes. The team captures decisions, open issues, and handoffs so that knowledge remains discoverable for future programs.</a:t>
            </a:r>
          </a:p>
          <a:p>
            <a:pPr lvl="1"/>
            <a:r>
              <a:t>Section 2: Quarterly delivery milestones. EMP090 contributes to ast emp090 13 through recurring collaboration, clear ownership boundaries, and measurable outcomes. The team captures decisions, open issues, and handoffs so that knowledge remains discoverable for future programs.</a:t>
            </a:r>
          </a:p>
          <a:p>
            <a:pPr lvl="1"/>
            <a:r>
              <a:t>Section 3: Fabric semantic model planning. EMP090 contributes to ast emp090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Emp090 13 - EMP090</a:t>
            </a:r>
          </a:p>
        </p:txBody>
      </p:sp>
      <p:sp>
        <p:nvSpPr>
          <p:cNvPr id="3" name="Content Placeholder 2"/>
          <p:cNvSpPr>
            <a:spLocks noGrp="1"/>
          </p:cNvSpPr>
          <p:nvPr>
            <p:ph idx="1"/>
          </p:nvPr>
        </p:nvSpPr>
        <p:spPr/>
        <p:txBody>
          <a:bodyPr/>
          <a:lstStyle/>
          <a:p>
            <a:r>
              <a:t>Slide 3: Executive Summary</a:t>
            </a:r>
          </a:p>
          <a:p>
            <a:pPr lvl="1"/>
            <a:r>
              <a:t>Section 1: Data quality remediation. EMP090 contributes to ast emp090 13 through recurring collaboration, clear ownership boundaries, and measurable outcomes. The team captures decisions, open issues, and handoffs so that knowledge remains discoverable for future programs.</a:t>
            </a:r>
          </a:p>
          <a:p>
            <a:pPr lvl="1"/>
            <a:r>
              <a:t>Section 2: Department KPI performance. EMP090 contributes to ast emp090 13 through recurring collaboration, clear ownership boundaries, and measurable outcomes. The team captures decisions, open issues, and handoffs so that knowledge remains discoverable for future programs.</a:t>
            </a:r>
          </a:p>
          <a:p>
            <a:pPr lvl="1"/>
            <a:r>
              <a:t>Section 3: Customer escalation analysis. EMP090 contributes to ast emp090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Emp090 13 - EMP090</a:t>
            </a:r>
          </a:p>
        </p:txBody>
      </p:sp>
      <p:sp>
        <p:nvSpPr>
          <p:cNvPr id="3" name="Content Placeholder 2"/>
          <p:cNvSpPr>
            <a:spLocks noGrp="1"/>
          </p:cNvSpPr>
          <p:nvPr>
            <p:ph idx="1"/>
          </p:nvPr>
        </p:nvSpPr>
        <p:spPr/>
        <p:txBody>
          <a:bodyPr/>
          <a:lstStyle/>
          <a:p>
            <a:r>
              <a:t>Slide 4: Executive Summary</a:t>
            </a:r>
          </a:p>
          <a:p>
            <a:pPr lvl="1"/>
            <a:r>
              <a:t>Section 1: Knowledge transfer and onboarding. EMP090 contributes to ast emp090 13 through recurring collaboration, clear ownership boundaries, and measurable outcomes. The team captures decisions, open issues, and handoffs so that knowledge remains discoverable for future programs.</a:t>
            </a:r>
          </a:p>
          <a:p>
            <a:pPr lvl="1"/>
            <a:r>
              <a:t>Section 2: Data quality remediation. EMP090 contributes to ast emp090 13 through recurring collaboration, clear ownership boundaries, and measurable outcomes. The team captures decisions, open issues, and handoffs so that knowledge remains discoverable for future programs.</a:t>
            </a:r>
          </a:p>
          <a:p>
            <a:pPr lvl="1"/>
            <a:r>
              <a:t>Section 3: Automation backlog refinement. EMP090 contributes to ast emp090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Emp090 13 - EMP090</a:t>
            </a:r>
          </a:p>
        </p:txBody>
      </p:sp>
      <p:sp>
        <p:nvSpPr>
          <p:cNvPr id="3" name="Content Placeholder 2"/>
          <p:cNvSpPr>
            <a:spLocks noGrp="1"/>
          </p:cNvSpPr>
          <p:nvPr>
            <p:ph idx="1"/>
          </p:nvPr>
        </p:nvSpPr>
        <p:spPr/>
        <p:txBody>
          <a:bodyPr/>
          <a:lstStyle/>
          <a:p>
            <a:r>
              <a:t>Slide 5: Executive Summary</a:t>
            </a:r>
          </a:p>
          <a:p>
            <a:pPr lvl="1"/>
            <a:r>
              <a:t>Section 1: Fabric semantic model planning. EMP090 contributes to ast emp090 13 through recurring collaboration, clear ownership boundaries, and measurable outcomes. The team captures decisions, open issues, and handoffs so that knowledge remains discoverable for future programs.</a:t>
            </a:r>
          </a:p>
          <a:p>
            <a:pPr lvl="1"/>
            <a:r>
              <a:t>Section 2: Customer escalation analysis. EMP090 contributes to ast emp090 13 through recurring collaboration, clear ownership boundaries, and measurable outcomes. The team captures decisions, open issues, and handoffs so that knowledge remains discoverable for future programs.</a:t>
            </a:r>
          </a:p>
          <a:p>
            <a:pPr lvl="1"/>
            <a:r>
              <a:t>Section 3: Customer escalation analysis. EMP090 contributes to ast emp090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