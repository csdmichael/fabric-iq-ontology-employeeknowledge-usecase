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10 - EMP097</a:t>
            </a:r>
          </a:p>
        </p:txBody>
      </p:sp>
      <p:sp>
        <p:nvSpPr>
          <p:cNvPr id="3" name="Content Placeholder 2"/>
          <p:cNvSpPr>
            <a:spLocks noGrp="1"/>
          </p:cNvSpPr>
          <p:nvPr>
            <p:ph idx="1"/>
          </p:nvPr>
        </p:nvSpPr>
        <p:spPr/>
        <p:txBody>
          <a:bodyPr/>
          <a:lstStyle/>
          <a:p>
            <a:r>
              <a:t>Slide 1: Executive Summary</a:t>
            </a:r>
          </a:p>
          <a:p>
            <a:pPr lvl="1"/>
            <a:r>
              <a:t>Section 1: Automation backlog refinement. EMP097 contributes to ast emp097 10 through recurring collaboration, clear ownership boundaries, and measurable outcomes. The team captures decisions, open issues, and handoffs so that knowledge remains discoverable for future programs.</a:t>
            </a:r>
          </a:p>
          <a:p>
            <a:pPr lvl="1"/>
            <a:r>
              <a:t>Section 2: Automation backlog refinement. EMP097 contributes to ast emp097 10 through recurring collaboration, clear ownership boundaries, and measurable outcomes. The team captures decisions, open issues, and handoffs so that knowledge remains discoverable for future programs.</a:t>
            </a:r>
          </a:p>
          <a:p>
            <a:pPr lvl="1"/>
            <a:r>
              <a:t>Section 3: Operational risk review. EMP097 contributes to ast emp097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10 - EMP097</a:t>
            </a:r>
          </a:p>
        </p:txBody>
      </p:sp>
      <p:sp>
        <p:nvSpPr>
          <p:cNvPr id="3" name="Content Placeholder 2"/>
          <p:cNvSpPr>
            <a:spLocks noGrp="1"/>
          </p:cNvSpPr>
          <p:nvPr>
            <p:ph idx="1"/>
          </p:nvPr>
        </p:nvSpPr>
        <p:spPr/>
        <p:txBody>
          <a:bodyPr/>
          <a:lstStyle/>
          <a:p>
            <a:r>
              <a:t>Slide 2: Executive Summary</a:t>
            </a:r>
          </a:p>
          <a:p>
            <a:pPr lvl="1"/>
            <a:r>
              <a:t>Section 1: Automation backlog refinement. EMP097 contributes to ast emp097 10 through recurring collaboration, clear ownership boundaries, and measurable outcomes. The team captures decisions, open issues, and handoffs so that knowledge remains discoverable for future programs.</a:t>
            </a:r>
          </a:p>
          <a:p>
            <a:pPr lvl="1"/>
            <a:r>
              <a:t>Section 2: Operational risk review. EMP097 contributes to ast emp097 10 through recurring collaboration, clear ownership boundaries, and measurable outcomes. The team captures decisions, open issues, and handoffs so that knowledge remains discoverable for future programs.</a:t>
            </a:r>
          </a:p>
          <a:p>
            <a:pPr lvl="1"/>
            <a:r>
              <a:t>Section 3: Data quality remediation. EMP097 contributes to ast emp097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10 - EMP097</a:t>
            </a:r>
          </a:p>
        </p:txBody>
      </p:sp>
      <p:sp>
        <p:nvSpPr>
          <p:cNvPr id="3" name="Content Placeholder 2"/>
          <p:cNvSpPr>
            <a:spLocks noGrp="1"/>
          </p:cNvSpPr>
          <p:nvPr>
            <p:ph idx="1"/>
          </p:nvPr>
        </p:nvSpPr>
        <p:spPr/>
        <p:txBody>
          <a:bodyPr/>
          <a:lstStyle/>
          <a:p>
            <a:r>
              <a:t>Slide 3: Executive Summary</a:t>
            </a:r>
          </a:p>
          <a:p>
            <a:pPr lvl="1"/>
            <a:r>
              <a:t>Section 1: Automation backlog refinement. EMP097 contributes to ast emp097 10 through recurring collaboration, clear ownership boundaries, and measurable outcomes. The team captures decisions, open issues, and handoffs so that knowledge remains discoverable for future programs.</a:t>
            </a:r>
          </a:p>
          <a:p>
            <a:pPr lvl="1"/>
            <a:r>
              <a:t>Section 2: Operational risk review. EMP097 contributes to ast emp097 10 through recurring collaboration, clear ownership boundaries, and measurable outcomes. The team captures decisions, open issues, and handoffs so that knowledge remains discoverable for future programs.</a:t>
            </a:r>
          </a:p>
          <a:p>
            <a:pPr lvl="1"/>
            <a:r>
              <a:t>Section 3: Knowledge transfer and onboarding. EMP097 contributes to ast emp097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10 - EMP097</a:t>
            </a:r>
          </a:p>
        </p:txBody>
      </p:sp>
      <p:sp>
        <p:nvSpPr>
          <p:cNvPr id="3" name="Content Placeholder 2"/>
          <p:cNvSpPr>
            <a:spLocks noGrp="1"/>
          </p:cNvSpPr>
          <p:nvPr>
            <p:ph idx="1"/>
          </p:nvPr>
        </p:nvSpPr>
        <p:spPr/>
        <p:txBody>
          <a:bodyPr/>
          <a:lstStyle/>
          <a:p>
            <a:r>
              <a:t>Slide 4: Executive Summary</a:t>
            </a:r>
          </a:p>
          <a:p>
            <a:pPr lvl="1"/>
            <a:r>
              <a:t>Section 1: Automation backlog refinement. EMP097 contributes to ast emp097 10 through recurring collaboration, clear ownership boundaries, and measurable outcomes. The team captures decisions, open issues, and handoffs so that knowledge remains discoverable for future programs.</a:t>
            </a:r>
          </a:p>
          <a:p>
            <a:pPr lvl="1"/>
            <a:r>
              <a:t>Section 2: Department KPI performance. EMP097 contributes to ast emp097 10 through recurring collaboration, clear ownership boundaries, and measurable outcomes. The team captures decisions, open issues, and handoffs so that knowledge remains discoverable for future programs.</a:t>
            </a:r>
          </a:p>
          <a:p>
            <a:pPr lvl="1"/>
            <a:r>
              <a:t>Section 3: Knowledge transfer and onboarding. EMP097 contributes to ast emp097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10 - EMP097</a:t>
            </a:r>
          </a:p>
        </p:txBody>
      </p:sp>
      <p:sp>
        <p:nvSpPr>
          <p:cNvPr id="3" name="Content Placeholder 2"/>
          <p:cNvSpPr>
            <a:spLocks noGrp="1"/>
          </p:cNvSpPr>
          <p:nvPr>
            <p:ph idx="1"/>
          </p:nvPr>
        </p:nvSpPr>
        <p:spPr/>
        <p:txBody>
          <a:bodyPr/>
          <a:lstStyle/>
          <a:p>
            <a:r>
              <a:t>Slide 5: Executive Summary</a:t>
            </a:r>
          </a:p>
          <a:p>
            <a:pPr lvl="1"/>
            <a:r>
              <a:t>Section 1: Customer escalation analysis. EMP097 contributes to ast emp097 10 through recurring collaboration, clear ownership boundaries, and measurable outcomes. The team captures decisions, open issues, and handoffs so that knowledge remains discoverable for future programs.</a:t>
            </a:r>
          </a:p>
          <a:p>
            <a:pPr lvl="1"/>
            <a:r>
              <a:t>Section 2: Automation backlog refinement. EMP097 contributes to ast emp097 10 through recurring collaboration, clear ownership boundaries, and measurable outcomes. The team captures decisions, open issues, and handoffs so that knowledge remains discoverable for future programs.</a:t>
            </a:r>
          </a:p>
          <a:p>
            <a:pPr lvl="1"/>
            <a:r>
              <a:t>Section 3: Department KPI performance. EMP097 contributes to ast emp097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