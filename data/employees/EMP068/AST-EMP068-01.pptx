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Emp068 01 - EMP068</a:t>
            </a:r>
          </a:p>
        </p:txBody>
      </p:sp>
      <p:sp>
        <p:nvSpPr>
          <p:cNvPr id="3" name="Content Placeholder 2"/>
          <p:cNvSpPr>
            <a:spLocks noGrp="1"/>
          </p:cNvSpPr>
          <p:nvPr>
            <p:ph idx="1"/>
          </p:nvPr>
        </p:nvSpPr>
        <p:spPr/>
        <p:txBody>
          <a:bodyPr/>
          <a:lstStyle/>
          <a:p>
            <a:r>
              <a:t>Slide 1: Executive Summary</a:t>
            </a:r>
          </a:p>
          <a:p>
            <a:pPr lvl="1"/>
            <a:r>
              <a:t>Section 1: Automation backlog refinement. EMP068 contributes to ast emp068 01 through recurring collaboration, clear ownership boundaries, and measurable outcomes. The team captures decisions, open issues, and handoffs so that knowledge remains discoverable for future programs.</a:t>
            </a:r>
          </a:p>
          <a:p>
            <a:pPr lvl="1"/>
            <a:r>
              <a:t>Section 2: Automation backlog refinement. EMP068 contributes to ast emp068 01 through recurring collaboration, clear ownership boundaries, and measurable outcomes. The team captures decisions, open issues, and handoffs so that knowledge remains discoverable for future programs.</a:t>
            </a:r>
          </a:p>
          <a:p>
            <a:pPr lvl="1"/>
            <a:r>
              <a:t>Section 3: Knowledge transfer and onboarding. EMP068 contributes to ast emp068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Emp068 01 - EMP068</a:t>
            </a:r>
          </a:p>
        </p:txBody>
      </p:sp>
      <p:sp>
        <p:nvSpPr>
          <p:cNvPr id="3" name="Content Placeholder 2"/>
          <p:cNvSpPr>
            <a:spLocks noGrp="1"/>
          </p:cNvSpPr>
          <p:nvPr>
            <p:ph idx="1"/>
          </p:nvPr>
        </p:nvSpPr>
        <p:spPr/>
        <p:txBody>
          <a:bodyPr/>
          <a:lstStyle/>
          <a:p>
            <a:r>
              <a:t>Slide 2: Executive Summary</a:t>
            </a:r>
          </a:p>
          <a:p>
            <a:pPr lvl="1"/>
            <a:r>
              <a:t>Section 1: Customer escalation analysis. EMP068 contributes to ast emp068 01 through recurring collaboration, clear ownership boundaries, and measurable outcomes. The team captures decisions, open issues, and handoffs so that knowledge remains discoverable for future programs.</a:t>
            </a:r>
          </a:p>
          <a:p>
            <a:pPr lvl="1"/>
            <a:r>
              <a:t>Section 2: Customer escalation analysis. EMP068 contributes to ast emp068 01 through recurring collaboration, clear ownership boundaries, and measurable outcomes. The team captures decisions, open issues, and handoffs so that knowledge remains discoverable for future programs.</a:t>
            </a:r>
          </a:p>
          <a:p>
            <a:pPr lvl="1"/>
            <a:r>
              <a:t>Section 3: Data quality remediation. EMP068 contributes to ast emp068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Emp068 01 - EMP068</a:t>
            </a:r>
          </a:p>
        </p:txBody>
      </p:sp>
      <p:sp>
        <p:nvSpPr>
          <p:cNvPr id="3" name="Content Placeholder 2"/>
          <p:cNvSpPr>
            <a:spLocks noGrp="1"/>
          </p:cNvSpPr>
          <p:nvPr>
            <p:ph idx="1"/>
          </p:nvPr>
        </p:nvSpPr>
        <p:spPr/>
        <p:txBody>
          <a:bodyPr/>
          <a:lstStyle/>
          <a:p>
            <a:r>
              <a:t>Slide 3: Executive Summary</a:t>
            </a:r>
          </a:p>
          <a:p>
            <a:pPr lvl="1"/>
            <a:r>
              <a:t>Section 1: Data quality remediation. EMP068 contributes to ast emp068 01 through recurring collaboration, clear ownership boundaries, and measurable outcomes. The team captures decisions, open issues, and handoffs so that knowledge remains discoverable for future programs.</a:t>
            </a:r>
          </a:p>
          <a:p>
            <a:pPr lvl="1"/>
            <a:r>
              <a:t>Section 2: Knowledge transfer and onboarding. EMP068 contributes to ast emp068 01 through recurring collaboration, clear ownership boundaries, and measurable outcomes. The team captures decisions, open issues, and handoffs so that knowledge remains discoverable for future programs.</a:t>
            </a:r>
          </a:p>
          <a:p>
            <a:pPr lvl="1"/>
            <a:r>
              <a:t>Section 3: Automation backlog refinement. EMP068 contributes to ast emp068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Emp068 01 - EMP068</a:t>
            </a:r>
          </a:p>
        </p:txBody>
      </p:sp>
      <p:sp>
        <p:nvSpPr>
          <p:cNvPr id="3" name="Content Placeholder 2"/>
          <p:cNvSpPr>
            <a:spLocks noGrp="1"/>
          </p:cNvSpPr>
          <p:nvPr>
            <p:ph idx="1"/>
          </p:nvPr>
        </p:nvSpPr>
        <p:spPr/>
        <p:txBody>
          <a:bodyPr/>
          <a:lstStyle/>
          <a:p>
            <a:r>
              <a:t>Slide 4: Executive Summary</a:t>
            </a:r>
          </a:p>
          <a:p>
            <a:pPr lvl="1"/>
            <a:r>
              <a:t>Section 1: Knowledge transfer and onboarding. EMP068 contributes to ast emp068 01 through recurring collaboration, clear ownership boundaries, and measurable outcomes. The team captures decisions, open issues, and handoffs so that knowledge remains discoverable for future programs.</a:t>
            </a:r>
          </a:p>
          <a:p>
            <a:pPr lvl="1"/>
            <a:r>
              <a:t>Section 2: Operational risk review. EMP068 contributes to ast emp068 01 through recurring collaboration, clear ownership boundaries, and measurable outcomes. The team captures decisions, open issues, and handoffs so that knowledge remains discoverable for future programs.</a:t>
            </a:r>
          </a:p>
          <a:p>
            <a:pPr lvl="1"/>
            <a:r>
              <a:t>Section 3: Department KPI performance. EMP068 contributes to ast emp068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Emp068 01 - EMP068</a:t>
            </a:r>
          </a:p>
        </p:txBody>
      </p:sp>
      <p:sp>
        <p:nvSpPr>
          <p:cNvPr id="3" name="Content Placeholder 2"/>
          <p:cNvSpPr>
            <a:spLocks noGrp="1"/>
          </p:cNvSpPr>
          <p:nvPr>
            <p:ph idx="1"/>
          </p:nvPr>
        </p:nvSpPr>
        <p:spPr/>
        <p:txBody>
          <a:bodyPr/>
          <a:lstStyle/>
          <a:p>
            <a:r>
              <a:t>Slide 5: Executive Summary</a:t>
            </a:r>
          </a:p>
          <a:p>
            <a:pPr lvl="1"/>
            <a:r>
              <a:t>Section 1: Quarterly delivery milestones. EMP068 contributes to ast emp068 01 through recurring collaboration, clear ownership boundaries, and measurable outcomes. The team captures decisions, open issues, and handoffs so that knowledge remains discoverable for future programs.</a:t>
            </a:r>
          </a:p>
          <a:p>
            <a:pPr lvl="1"/>
            <a:r>
              <a:t>Section 2: Customer escalation analysis. EMP068 contributes to ast emp068 01 through recurring collaboration, clear ownership boundaries, and measurable outcomes. The team captures decisions, open issues, and handoffs so that knowledge remains discoverable for future programs.</a:t>
            </a:r>
          </a:p>
          <a:p>
            <a:pPr lvl="1"/>
            <a:r>
              <a:t>Section 3: Automation backlog refinement. EMP068 contributes to ast emp068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