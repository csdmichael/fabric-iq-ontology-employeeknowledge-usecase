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Emp012 01 - EMP012</a:t>
            </a:r>
          </a:p>
        </p:txBody>
      </p:sp>
      <p:sp>
        <p:nvSpPr>
          <p:cNvPr id="3" name="Content Placeholder 2"/>
          <p:cNvSpPr>
            <a:spLocks noGrp="1"/>
          </p:cNvSpPr>
          <p:nvPr>
            <p:ph idx="1"/>
          </p:nvPr>
        </p:nvSpPr>
        <p:spPr/>
        <p:txBody>
          <a:bodyPr/>
          <a:lstStyle/>
          <a:p>
            <a:r>
              <a:t>Slide 1: Executive Summary</a:t>
            </a:r>
          </a:p>
          <a:p>
            <a:pPr lvl="1"/>
            <a:r>
              <a:t>Section 1: Operational risk review. EMP012 contributes to ast emp012 01 through recurring collaboration, clear ownership boundaries, and measurable outcomes. The team captures decisions, open issues, and handoffs so that knowledge remains discoverable for future programs.</a:t>
            </a:r>
          </a:p>
          <a:p>
            <a:pPr lvl="1"/>
            <a:r>
              <a:t>Section 2: Department KPI performance. EMP012 contributes to ast emp012 01 through recurring collaboration, clear ownership boundaries, and measurable outcomes. The team captures decisions, open issues, and handoffs so that knowledge remains discoverable for future programs.</a:t>
            </a:r>
          </a:p>
          <a:p>
            <a:pPr lvl="1"/>
            <a:r>
              <a:t>Section 3: Knowledge transfer and onboarding. EMP012 contributes to ast emp012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Emp012 01 - EMP012</a:t>
            </a:r>
          </a:p>
        </p:txBody>
      </p:sp>
      <p:sp>
        <p:nvSpPr>
          <p:cNvPr id="3" name="Content Placeholder 2"/>
          <p:cNvSpPr>
            <a:spLocks noGrp="1"/>
          </p:cNvSpPr>
          <p:nvPr>
            <p:ph idx="1"/>
          </p:nvPr>
        </p:nvSpPr>
        <p:spPr/>
        <p:txBody>
          <a:bodyPr/>
          <a:lstStyle/>
          <a:p>
            <a:r>
              <a:t>Slide 2: Executive Summary</a:t>
            </a:r>
          </a:p>
          <a:p>
            <a:pPr lvl="1"/>
            <a:r>
              <a:t>Section 1: Department KPI performance. EMP012 contributes to ast emp012 01 through recurring collaboration, clear ownership boundaries, and measurable outcomes. The team captures decisions, open issues, and handoffs so that knowledge remains discoverable for future programs.</a:t>
            </a:r>
          </a:p>
          <a:p>
            <a:pPr lvl="1"/>
            <a:r>
              <a:t>Section 2: Quarterly delivery milestones. EMP012 contributes to ast emp012 01 through recurring collaboration, clear ownership boundaries, and measurable outcomes. The team captures decisions, open issues, and handoffs so that knowledge remains discoverable for future programs.</a:t>
            </a:r>
          </a:p>
          <a:p>
            <a:pPr lvl="1"/>
            <a:r>
              <a:t>Section 3: Customer escalation analysis. EMP012 contributes to ast emp012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Emp012 01 - EMP012</a:t>
            </a:r>
          </a:p>
        </p:txBody>
      </p:sp>
      <p:sp>
        <p:nvSpPr>
          <p:cNvPr id="3" name="Content Placeholder 2"/>
          <p:cNvSpPr>
            <a:spLocks noGrp="1"/>
          </p:cNvSpPr>
          <p:nvPr>
            <p:ph idx="1"/>
          </p:nvPr>
        </p:nvSpPr>
        <p:spPr/>
        <p:txBody>
          <a:bodyPr/>
          <a:lstStyle/>
          <a:p>
            <a:r>
              <a:t>Slide 3: Executive Summary</a:t>
            </a:r>
          </a:p>
          <a:p>
            <a:pPr lvl="1"/>
            <a:r>
              <a:t>Section 1: Knowledge transfer and onboarding. EMP012 contributes to ast emp012 01 through recurring collaboration, clear ownership boundaries, and measurable outcomes. The team captures decisions, open issues, and handoffs so that knowledge remains discoverable for future programs.</a:t>
            </a:r>
          </a:p>
          <a:p>
            <a:pPr lvl="1"/>
            <a:r>
              <a:t>Section 2: Operational risk review. EMP012 contributes to ast emp012 01 through recurring collaboration, clear ownership boundaries, and measurable outcomes. The team captures decisions, open issues, and handoffs so that knowledge remains discoverable for future programs.</a:t>
            </a:r>
          </a:p>
          <a:p>
            <a:pPr lvl="1"/>
            <a:r>
              <a:t>Section 3: Quarterly delivery milestones. EMP012 contributes to ast emp012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Emp012 01 - EMP012</a:t>
            </a:r>
          </a:p>
        </p:txBody>
      </p:sp>
      <p:sp>
        <p:nvSpPr>
          <p:cNvPr id="3" name="Content Placeholder 2"/>
          <p:cNvSpPr>
            <a:spLocks noGrp="1"/>
          </p:cNvSpPr>
          <p:nvPr>
            <p:ph idx="1"/>
          </p:nvPr>
        </p:nvSpPr>
        <p:spPr/>
        <p:txBody>
          <a:bodyPr/>
          <a:lstStyle/>
          <a:p>
            <a:r>
              <a:t>Slide 4: Executive Summary</a:t>
            </a:r>
          </a:p>
          <a:p>
            <a:pPr lvl="1"/>
            <a:r>
              <a:t>Section 1: Customer escalation analysis. EMP012 contributes to ast emp012 01 through recurring collaboration, clear ownership boundaries, and measurable outcomes. The team captures decisions, open issues, and handoffs so that knowledge remains discoverable for future programs.</a:t>
            </a:r>
          </a:p>
          <a:p>
            <a:pPr lvl="1"/>
            <a:r>
              <a:t>Section 2: Knowledge transfer and onboarding. EMP012 contributes to ast emp012 01 through recurring collaboration, clear ownership boundaries, and measurable outcomes. The team captures decisions, open issues, and handoffs so that knowledge remains discoverable for future programs.</a:t>
            </a:r>
          </a:p>
          <a:p>
            <a:pPr lvl="1"/>
            <a:r>
              <a:t>Section 3: Data quality remediation. EMP012 contributes to ast emp012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Emp012 01 - EMP012</a:t>
            </a:r>
          </a:p>
        </p:txBody>
      </p:sp>
      <p:sp>
        <p:nvSpPr>
          <p:cNvPr id="3" name="Content Placeholder 2"/>
          <p:cNvSpPr>
            <a:spLocks noGrp="1"/>
          </p:cNvSpPr>
          <p:nvPr>
            <p:ph idx="1"/>
          </p:nvPr>
        </p:nvSpPr>
        <p:spPr/>
        <p:txBody>
          <a:bodyPr/>
          <a:lstStyle/>
          <a:p>
            <a:r>
              <a:t>Slide 5: Executive Summary</a:t>
            </a:r>
          </a:p>
          <a:p>
            <a:pPr lvl="1"/>
            <a:r>
              <a:t>Section 1: Knowledge transfer and onboarding. EMP012 contributes to ast emp012 01 through recurring collaboration, clear ownership boundaries, and measurable outcomes. The team captures decisions, open issues, and handoffs so that knowledge remains discoverable for future programs.</a:t>
            </a:r>
          </a:p>
          <a:p>
            <a:pPr lvl="1"/>
            <a:r>
              <a:t>Section 2: Operational risk review. EMP012 contributes to ast emp012 01 through recurring collaboration, clear ownership boundaries, and measurable outcomes. The team captures decisions, open issues, and handoffs so that knowledge remains discoverable for future programs.</a:t>
            </a:r>
          </a:p>
          <a:p>
            <a:pPr lvl="1"/>
            <a:r>
              <a:t>Section 3: Knowledge transfer and onboarding. EMP012 contributes to ast emp012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