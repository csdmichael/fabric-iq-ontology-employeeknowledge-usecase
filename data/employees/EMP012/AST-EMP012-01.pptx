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Project update deck - EMP012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Jordan Nguyen | Analyst | Finance</a:t>
            </a:r>
          </a:p>
          <a:p>
            <a:r>
              <a:t>Prepared: 2025-01-14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Q2 Budget Variance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Q2 Budget Variance Report for Finance department.</a:t>
            </a:r>
          </a:p>
          <a:p>
            <a:r>
              <a:t>Responsible: Jordan Nguyen (Analyst)</a:t>
            </a:r>
          </a:p>
          <a:p>
            <a:r>
              <a:t>Location: Hsinchu | Skills: MLOps, Fabric, Python, TypeScript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CapEx vs OpEx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CapEx vs OpEx Analysis for Finance department.</a:t>
            </a:r>
          </a:p>
          <a:p>
            <a:r>
              <a:t>Responsible: Jordan Nguyen (Analyst)</a:t>
            </a:r>
          </a:p>
          <a:p>
            <a:r>
              <a:t>Location: Hsinchu | Skills: MLOps, Fabric, Python, TypeScript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Forecast Accuracy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Forecast Accuracy Metrics for Finance department.</a:t>
            </a:r>
          </a:p>
          <a:p>
            <a:r>
              <a:t>Responsible: Jordan Nguyen (Analyst)</a:t>
            </a:r>
          </a:p>
          <a:p>
            <a:r>
              <a:t>Location: Hsinchu | Skills: MLOps, Fabric, Python, TypeScript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