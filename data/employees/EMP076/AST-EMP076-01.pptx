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Avery Wilson | Analyst | Finance</a:t>
            </a:r>
          </a:p>
          <a:p>
            <a:r>
              <a:t>Prepared: 2025-03-19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Budget Variance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Budget Variance Report for Finance department.</a:t>
            </a:r>
          </a:p>
          <a:p>
            <a:r>
              <a:t>Responsible: Avery Wilson (Analyst)</a:t>
            </a:r>
          </a:p>
          <a:p>
            <a:r>
              <a:t>Location: Austin | Skills: Fabric, Power BI, Kusto, Azure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vs OpEx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CapEx vs OpEx Analysis for Finance department.</a:t>
            </a:r>
          </a:p>
          <a:p>
            <a:r>
              <a:t>Responsible: Avery Wilson (Analyst)</a:t>
            </a:r>
          </a:p>
          <a:p>
            <a:r>
              <a:t>Location: Austin | Skills: Fabric, Power BI, Kusto, Azure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Accuracy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Forecast Accuracy Metrics for Finance department.</a:t>
            </a:r>
          </a:p>
          <a:p>
            <a:r>
              <a:t>Responsible: Avery Wilson (Analyst)</a:t>
            </a:r>
          </a:p>
          <a:p>
            <a:r>
              <a:t>Location: Austin | Skills: Fabric, Power BI, Kusto, Azure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