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24 - EMP076</a:t>
            </a:r>
          </a:p>
        </p:txBody>
      </p:sp>
      <p:sp>
        <p:nvSpPr>
          <p:cNvPr id="3" name="Content Placeholder 2"/>
          <p:cNvSpPr>
            <a:spLocks noGrp="1"/>
          </p:cNvSpPr>
          <p:nvPr>
            <p:ph idx="1"/>
          </p:nvPr>
        </p:nvSpPr>
        <p:spPr/>
        <p:txBody>
          <a:bodyPr/>
          <a:lstStyle/>
          <a:p>
            <a:r>
              <a:t>Slide 1: Executive Summary</a:t>
            </a:r>
          </a:p>
          <a:p>
            <a:pPr lvl="1"/>
            <a:r>
              <a:t>Section 1: Quarterly delivery milestones. EMP076 contributes to ast emp076 24 through recurring collaboration, clear ownership boundaries, and measurable outcomes. The team captures decisions, open issues, and handoffs so that knowledge remains discoverable for future programs.</a:t>
            </a:r>
          </a:p>
          <a:p>
            <a:pPr lvl="1"/>
            <a:r>
              <a:t>Section 2: Quarterly delivery milestones. EMP076 contributes to ast emp076 24 through recurring collaboration, clear ownership boundaries, and measurable outcomes. The team captures decisions, open issues, and handoffs so that knowledge remains discoverable for future programs.</a:t>
            </a:r>
          </a:p>
          <a:p>
            <a:pPr lvl="1"/>
            <a:r>
              <a:t>Section 3: Department KPI performance. EMP076 contributes to ast emp076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24 - EMP076</a:t>
            </a:r>
          </a:p>
        </p:txBody>
      </p:sp>
      <p:sp>
        <p:nvSpPr>
          <p:cNvPr id="3" name="Content Placeholder 2"/>
          <p:cNvSpPr>
            <a:spLocks noGrp="1"/>
          </p:cNvSpPr>
          <p:nvPr>
            <p:ph idx="1"/>
          </p:nvPr>
        </p:nvSpPr>
        <p:spPr/>
        <p:txBody>
          <a:bodyPr/>
          <a:lstStyle/>
          <a:p>
            <a:r>
              <a:t>Slide 2: Executive Summary</a:t>
            </a:r>
          </a:p>
          <a:p>
            <a:pPr lvl="1"/>
            <a:r>
              <a:t>Section 1: Automation backlog refinement. EMP076 contributes to ast emp076 24 through recurring collaboration, clear ownership boundaries, and measurable outcomes. The team captures decisions, open issues, and handoffs so that knowledge remains discoverable for future programs.</a:t>
            </a:r>
          </a:p>
          <a:p>
            <a:pPr lvl="1"/>
            <a:r>
              <a:t>Section 2: Fabric semantic model planning. EMP076 contributes to ast emp076 24 through recurring collaboration, clear ownership boundaries, and measurable outcomes. The team captures decisions, open issues, and handoffs so that knowledge remains discoverable for future programs.</a:t>
            </a:r>
          </a:p>
          <a:p>
            <a:pPr lvl="1"/>
            <a:r>
              <a:t>Section 3: Data quality remediation. EMP076 contributes to ast emp076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24 - EMP076</a:t>
            </a:r>
          </a:p>
        </p:txBody>
      </p:sp>
      <p:sp>
        <p:nvSpPr>
          <p:cNvPr id="3" name="Content Placeholder 2"/>
          <p:cNvSpPr>
            <a:spLocks noGrp="1"/>
          </p:cNvSpPr>
          <p:nvPr>
            <p:ph idx="1"/>
          </p:nvPr>
        </p:nvSpPr>
        <p:spPr/>
        <p:txBody>
          <a:bodyPr/>
          <a:lstStyle/>
          <a:p>
            <a:r>
              <a:t>Slide 3: Executive Summary</a:t>
            </a:r>
          </a:p>
          <a:p>
            <a:pPr lvl="1"/>
            <a:r>
              <a:t>Section 1: Quarterly delivery milestones. EMP076 contributes to ast emp076 24 through recurring collaboration, clear ownership boundaries, and measurable outcomes. The team captures decisions, open issues, and handoffs so that knowledge remains discoverable for future programs.</a:t>
            </a:r>
          </a:p>
          <a:p>
            <a:pPr lvl="1"/>
            <a:r>
              <a:t>Section 2: Quarterly delivery milestones. EMP076 contributes to ast emp076 24 through recurring collaboration, clear ownership boundaries, and measurable outcomes. The team captures decisions, open issues, and handoffs so that knowledge remains discoverable for future programs.</a:t>
            </a:r>
          </a:p>
          <a:p>
            <a:pPr lvl="1"/>
            <a:r>
              <a:t>Section 3: Knowledge transfer and onboarding. EMP076 contributes to ast emp076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24 - EMP076</a:t>
            </a:r>
          </a:p>
        </p:txBody>
      </p:sp>
      <p:sp>
        <p:nvSpPr>
          <p:cNvPr id="3" name="Content Placeholder 2"/>
          <p:cNvSpPr>
            <a:spLocks noGrp="1"/>
          </p:cNvSpPr>
          <p:nvPr>
            <p:ph idx="1"/>
          </p:nvPr>
        </p:nvSpPr>
        <p:spPr/>
        <p:txBody>
          <a:bodyPr/>
          <a:lstStyle/>
          <a:p>
            <a:r>
              <a:t>Slide 4: Executive Summary</a:t>
            </a:r>
          </a:p>
          <a:p>
            <a:pPr lvl="1"/>
            <a:r>
              <a:t>Section 1: Data quality remediation. EMP076 contributes to ast emp076 24 through recurring collaboration, clear ownership boundaries, and measurable outcomes. The team captures decisions, open issues, and handoffs so that knowledge remains discoverable for future programs.</a:t>
            </a:r>
          </a:p>
          <a:p>
            <a:pPr lvl="1"/>
            <a:r>
              <a:t>Section 2: Fabric semantic model planning. EMP076 contributes to ast emp076 24 through recurring collaboration, clear ownership boundaries, and measurable outcomes. The team captures decisions, open issues, and handoffs so that knowledge remains discoverable for future programs.</a:t>
            </a:r>
          </a:p>
          <a:p>
            <a:pPr lvl="1"/>
            <a:r>
              <a:t>Section 3: Knowledge transfer and onboarding. EMP076 contributes to ast emp076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24 - EMP076</a:t>
            </a:r>
          </a:p>
        </p:txBody>
      </p:sp>
      <p:sp>
        <p:nvSpPr>
          <p:cNvPr id="3" name="Content Placeholder 2"/>
          <p:cNvSpPr>
            <a:spLocks noGrp="1"/>
          </p:cNvSpPr>
          <p:nvPr>
            <p:ph idx="1"/>
          </p:nvPr>
        </p:nvSpPr>
        <p:spPr/>
        <p:txBody>
          <a:bodyPr/>
          <a:lstStyle/>
          <a:p>
            <a:r>
              <a:t>Slide 5: Executive Summary</a:t>
            </a:r>
          </a:p>
          <a:p>
            <a:pPr lvl="1"/>
            <a:r>
              <a:t>Section 1: Operational risk review. EMP076 contributes to ast emp076 24 through recurring collaboration, clear ownership boundaries, and measurable outcomes. The team captures decisions, open issues, and handoffs so that knowledge remains discoverable for future programs.</a:t>
            </a:r>
          </a:p>
          <a:p>
            <a:pPr lvl="1"/>
            <a:r>
              <a:t>Section 2: Quarterly delivery milestones. EMP076 contributes to ast emp076 24 through recurring collaboration, clear ownership boundaries, and measurable outcomes. The team captures decisions, open issues, and handoffs so that knowledge remains discoverable for future programs.</a:t>
            </a:r>
          </a:p>
          <a:p>
            <a:pPr lvl="1"/>
            <a:r>
              <a:t>Section 3: Automation backlog refinement. EMP076 contributes to ast emp076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