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Jamie Brown | Specialist | Operations</a:t>
            </a:r>
          </a:p>
          <a:p>
            <a:r>
              <a:t>Prepared: 2025-03-21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Productivity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Shift Productivity Dashboard for Operations department.</a:t>
            </a:r>
          </a:p>
          <a:p>
            <a:r>
              <a:t>Responsible: Jamie Brown (Specialist)</a:t>
            </a:r>
          </a:p>
          <a:p>
            <a:r>
              <a:t>Location: Portland | Skills: Azure AI, Fabric, TypeScript, Kusto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vs.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Throughput vs. Target for Operations department.</a:t>
            </a:r>
          </a:p>
          <a:p>
            <a:r>
              <a:t>Responsible: Jamie Brown (Specialist)</a:t>
            </a:r>
          </a:p>
          <a:p>
            <a:r>
              <a:t>Location: Portland | Skills: Azure AI, Fabric, TypeScript, Kusto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Incident Response Metrics for Operations department.</a:t>
            </a:r>
          </a:p>
          <a:p>
            <a:r>
              <a:t>Responsible: Jamie Brown (Specialist)</a:t>
            </a:r>
          </a:p>
          <a:p>
            <a:r>
              <a:t>Location: Portland | Skills: Azure AI, Fabric, TypeScript, Kusto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