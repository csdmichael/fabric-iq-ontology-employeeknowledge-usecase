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01 - EMP078</a:t>
            </a:r>
          </a:p>
        </p:txBody>
      </p:sp>
      <p:sp>
        <p:nvSpPr>
          <p:cNvPr id="3" name="Content Placeholder 2"/>
          <p:cNvSpPr>
            <a:spLocks noGrp="1"/>
          </p:cNvSpPr>
          <p:nvPr>
            <p:ph idx="1"/>
          </p:nvPr>
        </p:nvSpPr>
        <p:spPr/>
        <p:txBody>
          <a:bodyPr/>
          <a:lstStyle/>
          <a:p>
            <a:r>
              <a:t>Slide 1: Executive Summary</a:t>
            </a:r>
          </a:p>
          <a:p>
            <a:pPr lvl="1"/>
            <a:r>
              <a:t>Section 1: Knowledge transfer and onboarding. EMP078 contributes to ast emp078 01 through recurring collaboration, clear ownership boundaries, and measurable outcomes. The team captures decisions, open issues, and handoffs so that knowledge remains discoverable for future programs.</a:t>
            </a:r>
          </a:p>
          <a:p>
            <a:pPr lvl="1"/>
            <a:r>
              <a:t>Section 2: Fabric semantic model planning. EMP078 contributes to ast emp078 01 through recurring collaboration, clear ownership boundaries, and measurable outcomes. The team captures decisions, open issues, and handoffs so that knowledge remains discoverable for future programs.</a:t>
            </a:r>
          </a:p>
          <a:p>
            <a:pPr lvl="1"/>
            <a:r>
              <a:t>Section 3: Quarterly delivery milestones. EMP078 contributes to ast emp078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01 - EMP078</a:t>
            </a:r>
          </a:p>
        </p:txBody>
      </p:sp>
      <p:sp>
        <p:nvSpPr>
          <p:cNvPr id="3" name="Content Placeholder 2"/>
          <p:cNvSpPr>
            <a:spLocks noGrp="1"/>
          </p:cNvSpPr>
          <p:nvPr>
            <p:ph idx="1"/>
          </p:nvPr>
        </p:nvSpPr>
        <p:spPr/>
        <p:txBody>
          <a:bodyPr/>
          <a:lstStyle/>
          <a:p>
            <a:r>
              <a:t>Slide 2: Executive Summary</a:t>
            </a:r>
          </a:p>
          <a:p>
            <a:pPr lvl="1"/>
            <a:r>
              <a:t>Section 1: Data quality remediation. EMP078 contributes to ast emp078 01 through recurring collaboration, clear ownership boundaries, and measurable outcomes. The team captures decisions, open issues, and handoffs so that knowledge remains discoverable for future programs.</a:t>
            </a:r>
          </a:p>
          <a:p>
            <a:pPr lvl="1"/>
            <a:r>
              <a:t>Section 2: Data quality remediation. EMP078 contributes to ast emp078 01 through recurring collaboration, clear ownership boundaries, and measurable outcomes. The team captures decisions, open issues, and handoffs so that knowledge remains discoverable for future programs.</a:t>
            </a:r>
          </a:p>
          <a:p>
            <a:pPr lvl="1"/>
            <a:r>
              <a:t>Section 3: Customer escalation analysis. EMP078 contributes to ast emp078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01 - EMP078</a:t>
            </a:r>
          </a:p>
        </p:txBody>
      </p:sp>
      <p:sp>
        <p:nvSpPr>
          <p:cNvPr id="3" name="Content Placeholder 2"/>
          <p:cNvSpPr>
            <a:spLocks noGrp="1"/>
          </p:cNvSpPr>
          <p:nvPr>
            <p:ph idx="1"/>
          </p:nvPr>
        </p:nvSpPr>
        <p:spPr/>
        <p:txBody>
          <a:bodyPr/>
          <a:lstStyle/>
          <a:p>
            <a:r>
              <a:t>Slide 3: Executive Summary</a:t>
            </a:r>
          </a:p>
          <a:p>
            <a:pPr lvl="1"/>
            <a:r>
              <a:t>Section 1: Quarterly delivery milestones. EMP078 contributes to ast emp078 01 through recurring collaboration, clear ownership boundaries, and measurable outcomes. The team captures decisions, open issues, and handoffs so that knowledge remains discoverable for future programs.</a:t>
            </a:r>
          </a:p>
          <a:p>
            <a:pPr lvl="1"/>
            <a:r>
              <a:t>Section 2: Fabric semantic model planning. EMP078 contributes to ast emp078 01 through recurring collaboration, clear ownership boundaries, and measurable outcomes. The team captures decisions, open issues, and handoffs so that knowledge remains discoverable for future programs.</a:t>
            </a:r>
          </a:p>
          <a:p>
            <a:pPr lvl="1"/>
            <a:r>
              <a:t>Section 3: Data quality remediation. EMP078 contributes to ast emp078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01 - EMP078</a:t>
            </a:r>
          </a:p>
        </p:txBody>
      </p:sp>
      <p:sp>
        <p:nvSpPr>
          <p:cNvPr id="3" name="Content Placeholder 2"/>
          <p:cNvSpPr>
            <a:spLocks noGrp="1"/>
          </p:cNvSpPr>
          <p:nvPr>
            <p:ph idx="1"/>
          </p:nvPr>
        </p:nvSpPr>
        <p:spPr/>
        <p:txBody>
          <a:bodyPr/>
          <a:lstStyle/>
          <a:p>
            <a:r>
              <a:t>Slide 4: Executive Summary</a:t>
            </a:r>
          </a:p>
          <a:p>
            <a:pPr lvl="1"/>
            <a:r>
              <a:t>Section 1: Knowledge transfer and onboarding. EMP078 contributes to ast emp078 01 through recurring collaboration, clear ownership boundaries, and measurable outcomes. The team captures decisions, open issues, and handoffs so that knowledge remains discoverable for future programs.</a:t>
            </a:r>
          </a:p>
          <a:p>
            <a:pPr lvl="1"/>
            <a:r>
              <a:t>Section 2: Data quality remediation. EMP078 contributes to ast emp078 01 through recurring collaboration, clear ownership boundaries, and measurable outcomes. The team captures decisions, open issues, and handoffs so that knowledge remains discoverable for future programs.</a:t>
            </a:r>
          </a:p>
          <a:p>
            <a:pPr lvl="1"/>
            <a:r>
              <a:t>Section 3: Fabric semantic model planning. EMP078 contributes to ast emp078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01 - EMP078</a:t>
            </a:r>
          </a:p>
        </p:txBody>
      </p:sp>
      <p:sp>
        <p:nvSpPr>
          <p:cNvPr id="3" name="Content Placeholder 2"/>
          <p:cNvSpPr>
            <a:spLocks noGrp="1"/>
          </p:cNvSpPr>
          <p:nvPr>
            <p:ph idx="1"/>
          </p:nvPr>
        </p:nvSpPr>
        <p:spPr/>
        <p:txBody>
          <a:bodyPr/>
          <a:lstStyle/>
          <a:p>
            <a:r>
              <a:t>Slide 5: Executive Summary</a:t>
            </a:r>
          </a:p>
          <a:p>
            <a:pPr lvl="1"/>
            <a:r>
              <a:t>Section 1: Knowledge transfer and onboarding. EMP078 contributes to ast emp078 01 through recurring collaboration, clear ownership boundaries, and measurable outcomes. The team captures decisions, open issues, and handoffs so that knowledge remains discoverable for future programs.</a:t>
            </a:r>
          </a:p>
          <a:p>
            <a:pPr lvl="1"/>
            <a:r>
              <a:t>Section 2: Automation backlog refinement. EMP078 contributes to ast emp078 01 through recurring collaboration, clear ownership boundaries, and measurable outcomes. The team captures decisions, open issues, and handoffs so that knowledge remains discoverable for future programs.</a:t>
            </a:r>
          </a:p>
          <a:p>
            <a:pPr lvl="1"/>
            <a:r>
              <a:t>Section 3: Knowledge transfer and onboarding. EMP078 contributes to ast emp078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