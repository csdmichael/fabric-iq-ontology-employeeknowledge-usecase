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Emp078 14 - EMP078</a:t>
            </a:r>
          </a:p>
        </p:txBody>
      </p:sp>
      <p:sp>
        <p:nvSpPr>
          <p:cNvPr id="3" name="Content Placeholder 2"/>
          <p:cNvSpPr>
            <a:spLocks noGrp="1"/>
          </p:cNvSpPr>
          <p:nvPr>
            <p:ph idx="1"/>
          </p:nvPr>
        </p:nvSpPr>
        <p:spPr/>
        <p:txBody>
          <a:bodyPr/>
          <a:lstStyle/>
          <a:p>
            <a:r>
              <a:t>Slide 1: Executive Summary</a:t>
            </a:r>
          </a:p>
          <a:p>
            <a:pPr lvl="1"/>
            <a:r>
              <a:t>Section 1: Automation backlog refinement. EMP078 contributes to ast emp078 14 through recurring collaboration, clear ownership boundaries, and measurable outcomes. The team captures decisions, open issues, and handoffs so that knowledge remains discoverable for future programs.</a:t>
            </a:r>
          </a:p>
          <a:p>
            <a:pPr lvl="1"/>
            <a:r>
              <a:t>Section 2: Operational risk review. EMP078 contributes to ast emp078 14 through recurring collaboration, clear ownership boundaries, and measurable outcomes. The team captures decisions, open issues, and handoffs so that knowledge remains discoverable for future programs.</a:t>
            </a:r>
          </a:p>
          <a:p>
            <a:pPr lvl="1"/>
            <a:r>
              <a:t>Section 3: Data quality remediation. EMP078 contributes to ast emp078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Emp078 14 - EMP078</a:t>
            </a:r>
          </a:p>
        </p:txBody>
      </p:sp>
      <p:sp>
        <p:nvSpPr>
          <p:cNvPr id="3" name="Content Placeholder 2"/>
          <p:cNvSpPr>
            <a:spLocks noGrp="1"/>
          </p:cNvSpPr>
          <p:nvPr>
            <p:ph idx="1"/>
          </p:nvPr>
        </p:nvSpPr>
        <p:spPr/>
        <p:txBody>
          <a:bodyPr/>
          <a:lstStyle/>
          <a:p>
            <a:r>
              <a:t>Slide 2: Executive Summary</a:t>
            </a:r>
          </a:p>
          <a:p>
            <a:pPr lvl="1"/>
            <a:r>
              <a:t>Section 1: Knowledge transfer and onboarding. EMP078 contributes to ast emp078 14 through recurring collaboration, clear ownership boundaries, and measurable outcomes. The team captures decisions, open issues, and handoffs so that knowledge remains discoverable for future programs.</a:t>
            </a:r>
          </a:p>
          <a:p>
            <a:pPr lvl="1"/>
            <a:r>
              <a:t>Section 2: Quarterly delivery milestones. EMP078 contributes to ast emp078 14 through recurring collaboration, clear ownership boundaries, and measurable outcomes. The team captures decisions, open issues, and handoffs so that knowledge remains discoverable for future programs.</a:t>
            </a:r>
          </a:p>
          <a:p>
            <a:pPr lvl="1"/>
            <a:r>
              <a:t>Section 3: Department KPI performance. EMP078 contributes to ast emp078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Emp078 14 - EMP078</a:t>
            </a:r>
          </a:p>
        </p:txBody>
      </p:sp>
      <p:sp>
        <p:nvSpPr>
          <p:cNvPr id="3" name="Content Placeholder 2"/>
          <p:cNvSpPr>
            <a:spLocks noGrp="1"/>
          </p:cNvSpPr>
          <p:nvPr>
            <p:ph idx="1"/>
          </p:nvPr>
        </p:nvSpPr>
        <p:spPr/>
        <p:txBody>
          <a:bodyPr/>
          <a:lstStyle/>
          <a:p>
            <a:r>
              <a:t>Slide 3: Executive Summary</a:t>
            </a:r>
          </a:p>
          <a:p>
            <a:pPr lvl="1"/>
            <a:r>
              <a:t>Section 1: Data quality remediation. EMP078 contributes to ast emp078 14 through recurring collaboration, clear ownership boundaries, and measurable outcomes. The team captures decisions, open issues, and handoffs so that knowledge remains discoverable for future programs.</a:t>
            </a:r>
          </a:p>
          <a:p>
            <a:pPr lvl="1"/>
            <a:r>
              <a:t>Section 2: Knowledge transfer and onboarding. EMP078 contributes to ast emp078 14 through recurring collaboration, clear ownership boundaries, and measurable outcomes. The team captures decisions, open issues, and handoffs so that knowledge remains discoverable for future programs.</a:t>
            </a:r>
          </a:p>
          <a:p>
            <a:pPr lvl="1"/>
            <a:r>
              <a:t>Section 3: Quarterly delivery milestones. EMP078 contributes to ast emp078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Emp078 14 - EMP078</a:t>
            </a:r>
          </a:p>
        </p:txBody>
      </p:sp>
      <p:sp>
        <p:nvSpPr>
          <p:cNvPr id="3" name="Content Placeholder 2"/>
          <p:cNvSpPr>
            <a:spLocks noGrp="1"/>
          </p:cNvSpPr>
          <p:nvPr>
            <p:ph idx="1"/>
          </p:nvPr>
        </p:nvSpPr>
        <p:spPr/>
        <p:txBody>
          <a:bodyPr/>
          <a:lstStyle/>
          <a:p>
            <a:r>
              <a:t>Slide 4: Executive Summary</a:t>
            </a:r>
          </a:p>
          <a:p>
            <a:pPr lvl="1"/>
            <a:r>
              <a:t>Section 1: Customer escalation analysis. EMP078 contributes to ast emp078 14 through recurring collaboration, clear ownership boundaries, and measurable outcomes. The team captures decisions, open issues, and handoffs so that knowledge remains discoverable for future programs.</a:t>
            </a:r>
          </a:p>
          <a:p>
            <a:pPr lvl="1"/>
            <a:r>
              <a:t>Section 2: Knowledge transfer and onboarding. EMP078 contributes to ast emp078 14 through recurring collaboration, clear ownership boundaries, and measurable outcomes. The team captures decisions, open issues, and handoffs so that knowledge remains discoverable for future programs.</a:t>
            </a:r>
          </a:p>
          <a:p>
            <a:pPr lvl="1"/>
            <a:r>
              <a:t>Section 3: Department KPI performance. EMP078 contributes to ast emp078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Emp078 14 - EMP078</a:t>
            </a:r>
          </a:p>
        </p:txBody>
      </p:sp>
      <p:sp>
        <p:nvSpPr>
          <p:cNvPr id="3" name="Content Placeholder 2"/>
          <p:cNvSpPr>
            <a:spLocks noGrp="1"/>
          </p:cNvSpPr>
          <p:nvPr>
            <p:ph idx="1"/>
          </p:nvPr>
        </p:nvSpPr>
        <p:spPr/>
        <p:txBody>
          <a:bodyPr/>
          <a:lstStyle/>
          <a:p>
            <a:r>
              <a:t>Slide 5: Executive Summary</a:t>
            </a:r>
          </a:p>
          <a:p>
            <a:pPr lvl="1"/>
            <a:r>
              <a:t>Section 1: Automation backlog refinement. EMP078 contributes to ast emp078 14 through recurring collaboration, clear ownership boundaries, and measurable outcomes. The team captures decisions, open issues, and handoffs so that knowledge remains discoverable for future programs.</a:t>
            </a:r>
          </a:p>
          <a:p>
            <a:pPr lvl="1"/>
            <a:r>
              <a:t>Section 2: Knowledge transfer and onboarding. EMP078 contributes to ast emp078 14 through recurring collaboration, clear ownership boundaries, and measurable outcomes. The team captures decisions, open issues, and handoffs so that knowledge remains discoverable for future programs.</a:t>
            </a:r>
          </a:p>
          <a:p>
            <a:pPr lvl="1"/>
            <a:r>
              <a:t>Section 3: Data quality remediation. EMP078 contributes to ast emp078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