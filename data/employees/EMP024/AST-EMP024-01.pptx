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EMP024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Morgan Smith | Engineer | Engineering</a:t>
            </a:r>
          </a:p>
          <a:p>
            <a:r>
              <a:t>Prepared: 2025-01-26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Velocity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Sprint Velocity Trends for Engineering department.</a:t>
            </a:r>
          </a:p>
          <a:p>
            <a:r>
              <a:t>Responsible: Morgan Smith (Engineer)</a:t>
            </a:r>
          </a:p>
          <a:p>
            <a:r>
              <a:t>Location: Fremont | Skills: Kusto, SQL, Power BI, Synapse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Debt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Technical Debt Dashboard for Engineering department.</a:t>
            </a:r>
          </a:p>
          <a:p>
            <a:r>
              <a:t>Responsible: Morgan Smith (Engineer)</a:t>
            </a:r>
          </a:p>
          <a:p>
            <a:r>
              <a:t>Location: Fremont | Skills: Kusto, SQL, Power BI, Synapse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Review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Architecture Review Outcomes for Engineering department.</a:t>
            </a:r>
          </a:p>
          <a:p>
            <a:r>
              <a:t>Responsible: Morgan Smith (Engineer)</a:t>
            </a:r>
          </a:p>
          <a:p>
            <a:r>
              <a:t>Location: Fremont | Skills: Kusto, SQL, Power BI, Synapse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