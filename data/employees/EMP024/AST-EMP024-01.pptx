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Emp024 01 - EMP024</a:t>
            </a:r>
          </a:p>
        </p:txBody>
      </p:sp>
      <p:sp>
        <p:nvSpPr>
          <p:cNvPr id="3" name="Content Placeholder 2"/>
          <p:cNvSpPr>
            <a:spLocks noGrp="1"/>
          </p:cNvSpPr>
          <p:nvPr>
            <p:ph idx="1"/>
          </p:nvPr>
        </p:nvSpPr>
        <p:spPr/>
        <p:txBody>
          <a:bodyPr/>
          <a:lstStyle/>
          <a:p>
            <a:r>
              <a:t>Slide 1: Executive Summary</a:t>
            </a:r>
          </a:p>
          <a:p>
            <a:pPr lvl="1"/>
            <a:r>
              <a:t>Section 1: Data quality remediation. EMP024 contributes to ast emp024 01 through recurring collaboration, clear ownership boundaries, and measurable outcomes. The team captures decisions, open issues, and handoffs so that knowledge remains discoverable for future programs.</a:t>
            </a:r>
          </a:p>
          <a:p>
            <a:pPr lvl="1"/>
            <a:r>
              <a:t>Section 2: Fabric semantic model planning. EMP024 contributes to ast emp024 01 through recurring collaboration, clear ownership boundaries, and measurable outcomes. The team captures decisions, open issues, and handoffs so that knowledge remains discoverable for future programs.</a:t>
            </a:r>
          </a:p>
          <a:p>
            <a:pPr lvl="1"/>
            <a:r>
              <a:t>Section 3: Department KPI performance. EMP024 contributes to ast emp024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Emp024 01 - EMP024</a:t>
            </a:r>
          </a:p>
        </p:txBody>
      </p:sp>
      <p:sp>
        <p:nvSpPr>
          <p:cNvPr id="3" name="Content Placeholder 2"/>
          <p:cNvSpPr>
            <a:spLocks noGrp="1"/>
          </p:cNvSpPr>
          <p:nvPr>
            <p:ph idx="1"/>
          </p:nvPr>
        </p:nvSpPr>
        <p:spPr/>
        <p:txBody>
          <a:bodyPr/>
          <a:lstStyle/>
          <a:p>
            <a:r>
              <a:t>Slide 2: Executive Summary</a:t>
            </a:r>
          </a:p>
          <a:p>
            <a:pPr lvl="1"/>
            <a:r>
              <a:t>Section 1: Automation backlog refinement. EMP024 contributes to ast emp024 01 through recurring collaboration, clear ownership boundaries, and measurable outcomes. The team captures decisions, open issues, and handoffs so that knowledge remains discoverable for future programs.</a:t>
            </a:r>
          </a:p>
          <a:p>
            <a:pPr lvl="1"/>
            <a:r>
              <a:t>Section 2: Data quality remediation. EMP024 contributes to ast emp024 01 through recurring collaboration, clear ownership boundaries, and measurable outcomes. The team captures decisions, open issues, and handoffs so that knowledge remains discoverable for future programs.</a:t>
            </a:r>
          </a:p>
          <a:p>
            <a:pPr lvl="1"/>
            <a:r>
              <a:t>Section 3: Quarterly delivery milestones. EMP024 contributes to ast emp024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Emp024 01 - EMP024</a:t>
            </a:r>
          </a:p>
        </p:txBody>
      </p:sp>
      <p:sp>
        <p:nvSpPr>
          <p:cNvPr id="3" name="Content Placeholder 2"/>
          <p:cNvSpPr>
            <a:spLocks noGrp="1"/>
          </p:cNvSpPr>
          <p:nvPr>
            <p:ph idx="1"/>
          </p:nvPr>
        </p:nvSpPr>
        <p:spPr/>
        <p:txBody>
          <a:bodyPr/>
          <a:lstStyle/>
          <a:p>
            <a:r>
              <a:t>Slide 3: Executive Summary</a:t>
            </a:r>
          </a:p>
          <a:p>
            <a:pPr lvl="1"/>
            <a:r>
              <a:t>Section 1: Fabric semantic model planning. EMP024 contributes to ast emp024 01 through recurring collaboration, clear ownership boundaries, and measurable outcomes. The team captures decisions, open issues, and handoffs so that knowledge remains discoverable for future programs.</a:t>
            </a:r>
          </a:p>
          <a:p>
            <a:pPr lvl="1"/>
            <a:r>
              <a:t>Section 2: Department KPI performance. EMP024 contributes to ast emp024 01 through recurring collaboration, clear ownership boundaries, and measurable outcomes. The team captures decisions, open issues, and handoffs so that knowledge remains discoverable for future programs.</a:t>
            </a:r>
          </a:p>
          <a:p>
            <a:pPr lvl="1"/>
            <a:r>
              <a:t>Section 3: Operational risk review. EMP024 contributes to ast emp024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Emp024 01 - EMP024</a:t>
            </a:r>
          </a:p>
        </p:txBody>
      </p:sp>
      <p:sp>
        <p:nvSpPr>
          <p:cNvPr id="3" name="Content Placeholder 2"/>
          <p:cNvSpPr>
            <a:spLocks noGrp="1"/>
          </p:cNvSpPr>
          <p:nvPr>
            <p:ph idx="1"/>
          </p:nvPr>
        </p:nvSpPr>
        <p:spPr/>
        <p:txBody>
          <a:bodyPr/>
          <a:lstStyle/>
          <a:p>
            <a:r>
              <a:t>Slide 4: Executive Summary</a:t>
            </a:r>
          </a:p>
          <a:p>
            <a:pPr lvl="1"/>
            <a:r>
              <a:t>Section 1: Operational risk review. EMP024 contributes to ast emp024 01 through recurring collaboration, clear ownership boundaries, and measurable outcomes. The team captures decisions, open issues, and handoffs so that knowledge remains discoverable for future programs.</a:t>
            </a:r>
          </a:p>
          <a:p>
            <a:pPr lvl="1"/>
            <a:r>
              <a:t>Section 2: Automation backlog refinement. EMP024 contributes to ast emp024 01 through recurring collaboration, clear ownership boundaries, and measurable outcomes. The team captures decisions, open issues, and handoffs so that knowledge remains discoverable for future programs.</a:t>
            </a:r>
          </a:p>
          <a:p>
            <a:pPr lvl="1"/>
            <a:r>
              <a:t>Section 3: Data quality remediation. EMP024 contributes to ast emp024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Emp024 01 - EMP024</a:t>
            </a:r>
          </a:p>
        </p:txBody>
      </p:sp>
      <p:sp>
        <p:nvSpPr>
          <p:cNvPr id="3" name="Content Placeholder 2"/>
          <p:cNvSpPr>
            <a:spLocks noGrp="1"/>
          </p:cNvSpPr>
          <p:nvPr>
            <p:ph idx="1"/>
          </p:nvPr>
        </p:nvSpPr>
        <p:spPr/>
        <p:txBody>
          <a:bodyPr/>
          <a:lstStyle/>
          <a:p>
            <a:r>
              <a:t>Slide 5: Executive Summary</a:t>
            </a:r>
          </a:p>
          <a:p>
            <a:pPr lvl="1"/>
            <a:r>
              <a:t>Section 1: Customer escalation analysis. EMP024 contributes to ast emp024 01 through recurring collaboration, clear ownership boundaries, and measurable outcomes. The team captures decisions, open issues, and handoffs so that knowledge remains discoverable for future programs.</a:t>
            </a:r>
          </a:p>
          <a:p>
            <a:pPr lvl="1"/>
            <a:r>
              <a:t>Section 2: Fabric semantic model planning. EMP024 contributes to ast emp024 01 through recurring collaboration, clear ownership boundaries, and measurable outcomes. The team captures decisions, open issues, and handoffs so that knowledge remains discoverable for future programs.</a:t>
            </a:r>
          </a:p>
          <a:p>
            <a:pPr lvl="1"/>
            <a:r>
              <a:t>Section 3: Data quality remediation. EMP024 contributes to ast emp024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