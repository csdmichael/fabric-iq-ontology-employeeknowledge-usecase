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Emp065 01 - EMP065</a:t>
            </a:r>
          </a:p>
        </p:txBody>
      </p:sp>
      <p:sp>
        <p:nvSpPr>
          <p:cNvPr id="3" name="Content Placeholder 2"/>
          <p:cNvSpPr>
            <a:spLocks noGrp="1"/>
          </p:cNvSpPr>
          <p:nvPr>
            <p:ph idx="1"/>
          </p:nvPr>
        </p:nvSpPr>
        <p:spPr/>
        <p:txBody>
          <a:bodyPr/>
          <a:lstStyle/>
          <a:p>
            <a:r>
              <a:t>Slide 1: Executive Summary</a:t>
            </a:r>
          </a:p>
          <a:p>
            <a:pPr lvl="1"/>
            <a:r>
              <a:t>Section 1: Data quality remediation. EMP065 contributes to ast emp065 01 through recurring collaboration, clear ownership boundaries, and measurable outcomes. The team captures decisions, open issues, and handoffs so that knowledge remains discoverable for future programs.</a:t>
            </a:r>
          </a:p>
          <a:p>
            <a:pPr lvl="1"/>
            <a:r>
              <a:t>Section 2: Customer escalation analysis. EMP065 contributes to ast emp065 01 through recurring collaboration, clear ownership boundaries, and measurable outcomes. The team captures decisions, open issues, and handoffs so that knowledge remains discoverable for future programs.</a:t>
            </a:r>
          </a:p>
          <a:p>
            <a:pPr lvl="1"/>
            <a:r>
              <a:t>Section 3: Data quality remediation. EMP065 contributes to ast emp065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Emp065 01 - EMP065</a:t>
            </a:r>
          </a:p>
        </p:txBody>
      </p:sp>
      <p:sp>
        <p:nvSpPr>
          <p:cNvPr id="3" name="Content Placeholder 2"/>
          <p:cNvSpPr>
            <a:spLocks noGrp="1"/>
          </p:cNvSpPr>
          <p:nvPr>
            <p:ph idx="1"/>
          </p:nvPr>
        </p:nvSpPr>
        <p:spPr/>
        <p:txBody>
          <a:bodyPr/>
          <a:lstStyle/>
          <a:p>
            <a:r>
              <a:t>Slide 2: Executive Summary</a:t>
            </a:r>
          </a:p>
          <a:p>
            <a:pPr lvl="1"/>
            <a:r>
              <a:t>Section 1: Department KPI performance. EMP065 contributes to ast emp065 01 through recurring collaboration, clear ownership boundaries, and measurable outcomes. The team captures decisions, open issues, and handoffs so that knowledge remains discoverable for future programs.</a:t>
            </a:r>
          </a:p>
          <a:p>
            <a:pPr lvl="1"/>
            <a:r>
              <a:t>Section 2: Department KPI performance. EMP065 contributes to ast emp065 01 through recurring collaboration, clear ownership boundaries, and measurable outcomes. The team captures decisions, open issues, and handoffs so that knowledge remains discoverable for future programs.</a:t>
            </a:r>
          </a:p>
          <a:p>
            <a:pPr lvl="1"/>
            <a:r>
              <a:t>Section 3: Customer escalation analysis. EMP065 contributes to ast emp065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Emp065 01 - EMP065</a:t>
            </a:r>
          </a:p>
        </p:txBody>
      </p:sp>
      <p:sp>
        <p:nvSpPr>
          <p:cNvPr id="3" name="Content Placeholder 2"/>
          <p:cNvSpPr>
            <a:spLocks noGrp="1"/>
          </p:cNvSpPr>
          <p:nvPr>
            <p:ph idx="1"/>
          </p:nvPr>
        </p:nvSpPr>
        <p:spPr/>
        <p:txBody>
          <a:bodyPr/>
          <a:lstStyle/>
          <a:p>
            <a:r>
              <a:t>Slide 3: Executive Summary</a:t>
            </a:r>
          </a:p>
          <a:p>
            <a:pPr lvl="1"/>
            <a:r>
              <a:t>Section 1: Customer escalation analysis. EMP065 contributes to ast emp065 01 through recurring collaboration, clear ownership boundaries, and measurable outcomes. The team captures decisions, open issues, and handoffs so that knowledge remains discoverable for future programs.</a:t>
            </a:r>
          </a:p>
          <a:p>
            <a:pPr lvl="1"/>
            <a:r>
              <a:t>Section 2: Quarterly delivery milestones. EMP065 contributes to ast emp065 01 through recurring collaboration, clear ownership boundaries, and measurable outcomes. The team captures decisions, open issues, and handoffs so that knowledge remains discoverable for future programs.</a:t>
            </a:r>
          </a:p>
          <a:p>
            <a:pPr lvl="1"/>
            <a:r>
              <a:t>Section 3: Knowledge transfer and onboarding. EMP065 contributes to ast emp065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Emp065 01 - EMP065</a:t>
            </a:r>
          </a:p>
        </p:txBody>
      </p:sp>
      <p:sp>
        <p:nvSpPr>
          <p:cNvPr id="3" name="Content Placeholder 2"/>
          <p:cNvSpPr>
            <a:spLocks noGrp="1"/>
          </p:cNvSpPr>
          <p:nvPr>
            <p:ph idx="1"/>
          </p:nvPr>
        </p:nvSpPr>
        <p:spPr/>
        <p:txBody>
          <a:bodyPr/>
          <a:lstStyle/>
          <a:p>
            <a:r>
              <a:t>Slide 4: Executive Summary</a:t>
            </a:r>
          </a:p>
          <a:p>
            <a:pPr lvl="1"/>
            <a:r>
              <a:t>Section 1: Fabric semantic model planning. EMP065 contributes to ast emp065 01 through recurring collaboration, clear ownership boundaries, and measurable outcomes. The team captures decisions, open issues, and handoffs so that knowledge remains discoverable for future programs.</a:t>
            </a:r>
          </a:p>
          <a:p>
            <a:pPr lvl="1"/>
            <a:r>
              <a:t>Section 2: Fabric semantic model planning. EMP065 contributes to ast emp065 01 through recurring collaboration, clear ownership boundaries, and measurable outcomes. The team captures decisions, open issues, and handoffs so that knowledge remains discoverable for future programs.</a:t>
            </a:r>
          </a:p>
          <a:p>
            <a:pPr lvl="1"/>
            <a:r>
              <a:t>Section 3: Automation backlog refinement. EMP065 contributes to ast emp065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Emp065 01 - EMP065</a:t>
            </a:r>
          </a:p>
        </p:txBody>
      </p:sp>
      <p:sp>
        <p:nvSpPr>
          <p:cNvPr id="3" name="Content Placeholder 2"/>
          <p:cNvSpPr>
            <a:spLocks noGrp="1"/>
          </p:cNvSpPr>
          <p:nvPr>
            <p:ph idx="1"/>
          </p:nvPr>
        </p:nvSpPr>
        <p:spPr/>
        <p:txBody>
          <a:bodyPr/>
          <a:lstStyle/>
          <a:p>
            <a:r>
              <a:t>Slide 5: Executive Summary</a:t>
            </a:r>
          </a:p>
          <a:p>
            <a:pPr lvl="1"/>
            <a:r>
              <a:t>Section 1: Fabric semantic model planning. EMP065 contributes to ast emp065 01 through recurring collaboration, clear ownership boundaries, and measurable outcomes. The team captures decisions, open issues, and handoffs so that knowledge remains discoverable for future programs.</a:t>
            </a:r>
          </a:p>
          <a:p>
            <a:pPr lvl="1"/>
            <a:r>
              <a:t>Section 2: Department KPI performance. EMP065 contributes to ast emp065 01 through recurring collaboration, clear ownership boundaries, and measurable outcomes. The team captures decisions, open issues, and handoffs so that knowledge remains discoverable for future programs.</a:t>
            </a:r>
          </a:p>
          <a:p>
            <a:pPr lvl="1"/>
            <a:r>
              <a:t>Section 3: Operational risk review. EMP065 contributes to ast emp065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