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Emp086 20 - EMP086</a:t>
            </a:r>
          </a:p>
        </p:txBody>
      </p:sp>
      <p:sp>
        <p:nvSpPr>
          <p:cNvPr id="3" name="Content Placeholder 2"/>
          <p:cNvSpPr>
            <a:spLocks noGrp="1"/>
          </p:cNvSpPr>
          <p:nvPr>
            <p:ph idx="1"/>
          </p:nvPr>
        </p:nvSpPr>
        <p:spPr/>
        <p:txBody>
          <a:bodyPr/>
          <a:lstStyle/>
          <a:p>
            <a:r>
              <a:t>Slide 1: Executive Summary</a:t>
            </a:r>
          </a:p>
          <a:p>
            <a:pPr lvl="1"/>
            <a:r>
              <a:t>Section 1: Fabric semantic model planning. EMP086 contributes to ast emp086 20 through recurring collaboration, clear ownership boundaries, and measurable outcomes. The team captures decisions, open issues, and handoffs so that knowledge remains discoverable for future programs.</a:t>
            </a:r>
          </a:p>
          <a:p>
            <a:pPr lvl="1"/>
            <a:r>
              <a:t>Section 2: Operational risk review. EMP086 contributes to ast emp086 20 through recurring collaboration, clear ownership boundaries, and measurable outcomes. The team captures decisions, open issues, and handoffs so that knowledge remains discoverable for future programs.</a:t>
            </a:r>
          </a:p>
          <a:p>
            <a:pPr lvl="1"/>
            <a:r>
              <a:t>Section 3: Quarterly delivery milestones. EMP086 contributes to ast emp086 20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Emp086 20 - EMP086</a:t>
            </a:r>
          </a:p>
        </p:txBody>
      </p:sp>
      <p:sp>
        <p:nvSpPr>
          <p:cNvPr id="3" name="Content Placeholder 2"/>
          <p:cNvSpPr>
            <a:spLocks noGrp="1"/>
          </p:cNvSpPr>
          <p:nvPr>
            <p:ph idx="1"/>
          </p:nvPr>
        </p:nvSpPr>
        <p:spPr/>
        <p:txBody>
          <a:bodyPr/>
          <a:lstStyle/>
          <a:p>
            <a:r>
              <a:t>Slide 2: Executive Summary</a:t>
            </a:r>
          </a:p>
          <a:p>
            <a:pPr lvl="1"/>
            <a:r>
              <a:t>Section 1: Quarterly delivery milestones. EMP086 contributes to ast emp086 20 through recurring collaboration, clear ownership boundaries, and measurable outcomes. The team captures decisions, open issues, and handoffs so that knowledge remains discoverable for future programs.</a:t>
            </a:r>
          </a:p>
          <a:p>
            <a:pPr lvl="1"/>
            <a:r>
              <a:t>Section 2: Customer escalation analysis. EMP086 contributes to ast emp086 20 through recurring collaboration, clear ownership boundaries, and measurable outcomes. The team captures decisions, open issues, and handoffs so that knowledge remains discoverable for future programs.</a:t>
            </a:r>
          </a:p>
          <a:p>
            <a:pPr lvl="1"/>
            <a:r>
              <a:t>Section 3: Fabric semantic model planning. EMP086 contributes to ast emp086 20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Emp086 20 - EMP086</a:t>
            </a:r>
          </a:p>
        </p:txBody>
      </p:sp>
      <p:sp>
        <p:nvSpPr>
          <p:cNvPr id="3" name="Content Placeholder 2"/>
          <p:cNvSpPr>
            <a:spLocks noGrp="1"/>
          </p:cNvSpPr>
          <p:nvPr>
            <p:ph idx="1"/>
          </p:nvPr>
        </p:nvSpPr>
        <p:spPr/>
        <p:txBody>
          <a:bodyPr/>
          <a:lstStyle/>
          <a:p>
            <a:r>
              <a:t>Slide 3: Executive Summary</a:t>
            </a:r>
          </a:p>
          <a:p>
            <a:pPr lvl="1"/>
            <a:r>
              <a:t>Section 1: Customer escalation analysis. EMP086 contributes to ast emp086 20 through recurring collaboration, clear ownership boundaries, and measurable outcomes. The team captures decisions, open issues, and handoffs so that knowledge remains discoverable for future programs.</a:t>
            </a:r>
          </a:p>
          <a:p>
            <a:pPr lvl="1"/>
            <a:r>
              <a:t>Section 2: Knowledge transfer and onboarding. EMP086 contributes to ast emp086 20 through recurring collaboration, clear ownership boundaries, and measurable outcomes. The team captures decisions, open issues, and handoffs so that knowledge remains discoverable for future programs.</a:t>
            </a:r>
          </a:p>
          <a:p>
            <a:pPr lvl="1"/>
            <a:r>
              <a:t>Section 3: Quarterly delivery milestones. EMP086 contributes to ast emp086 20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Emp086 20 - EMP086</a:t>
            </a:r>
          </a:p>
        </p:txBody>
      </p:sp>
      <p:sp>
        <p:nvSpPr>
          <p:cNvPr id="3" name="Content Placeholder 2"/>
          <p:cNvSpPr>
            <a:spLocks noGrp="1"/>
          </p:cNvSpPr>
          <p:nvPr>
            <p:ph idx="1"/>
          </p:nvPr>
        </p:nvSpPr>
        <p:spPr/>
        <p:txBody>
          <a:bodyPr/>
          <a:lstStyle/>
          <a:p>
            <a:r>
              <a:t>Slide 4: Executive Summary</a:t>
            </a:r>
          </a:p>
          <a:p>
            <a:pPr lvl="1"/>
            <a:r>
              <a:t>Section 1: Data quality remediation. EMP086 contributes to ast emp086 20 through recurring collaboration, clear ownership boundaries, and measurable outcomes. The team captures decisions, open issues, and handoffs so that knowledge remains discoverable for future programs.</a:t>
            </a:r>
          </a:p>
          <a:p>
            <a:pPr lvl="1"/>
            <a:r>
              <a:t>Section 2: Customer escalation analysis. EMP086 contributes to ast emp086 20 through recurring collaboration, clear ownership boundaries, and measurable outcomes. The team captures decisions, open issues, and handoffs so that knowledge remains discoverable for future programs.</a:t>
            </a:r>
          </a:p>
          <a:p>
            <a:pPr lvl="1"/>
            <a:r>
              <a:t>Section 3: Customer escalation analysis. EMP086 contributes to ast emp086 20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Emp086 20 - EMP086</a:t>
            </a:r>
          </a:p>
        </p:txBody>
      </p:sp>
      <p:sp>
        <p:nvSpPr>
          <p:cNvPr id="3" name="Content Placeholder 2"/>
          <p:cNvSpPr>
            <a:spLocks noGrp="1"/>
          </p:cNvSpPr>
          <p:nvPr>
            <p:ph idx="1"/>
          </p:nvPr>
        </p:nvSpPr>
        <p:spPr/>
        <p:txBody>
          <a:bodyPr/>
          <a:lstStyle/>
          <a:p>
            <a:r>
              <a:t>Slide 5: Executive Summary</a:t>
            </a:r>
          </a:p>
          <a:p>
            <a:pPr lvl="1"/>
            <a:r>
              <a:t>Section 1: Automation backlog refinement. EMP086 contributes to ast emp086 20 through recurring collaboration, clear ownership boundaries, and measurable outcomes. The team captures decisions, open issues, and handoffs so that knowledge remains discoverable for future programs.</a:t>
            </a:r>
          </a:p>
          <a:p>
            <a:pPr lvl="1"/>
            <a:r>
              <a:t>Section 2: Customer escalation analysis. EMP086 contributes to ast emp086 20 through recurring collaboration, clear ownership boundaries, and measurable outcomes. The team captures decisions, open issues, and handoffs so that knowledge remains discoverable for future programs.</a:t>
            </a:r>
          </a:p>
          <a:p>
            <a:pPr lvl="1"/>
            <a:r>
              <a:t>Section 3: Fabric semantic model planning. EMP086 contributes to ast emp086 20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