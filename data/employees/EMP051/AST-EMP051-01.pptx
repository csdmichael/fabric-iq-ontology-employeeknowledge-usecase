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Project update deck - EMP051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Alex Garcia | Lead | IT</a:t>
            </a:r>
          </a:p>
          <a:p>
            <a:r>
              <a:t>Prepared: 2025-02-22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Infrastructure Utilisation Dashboard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Infrastructure Utilisation Dashboard for IT department.</a:t>
            </a:r>
          </a:p>
          <a:p>
            <a:r>
              <a:t>Responsible: Alex Garcia (Lead)</a:t>
            </a:r>
          </a:p>
          <a:p>
            <a:r>
              <a:t>Location: Austin | Skills: Power BI, MLOps, Ontology, Python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Patch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Security Patch Status for IT department.</a:t>
            </a:r>
          </a:p>
          <a:p>
            <a:r>
              <a:t>Responsible: Alex Garcia (Lead)</a:t>
            </a:r>
          </a:p>
          <a:p>
            <a:r>
              <a:t>Location: Austin | Skills: Power BI, MLOps, Ontology, Python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Cloud Cost Optimisation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Overview of Cloud Cost Optimisation for IT department.</a:t>
            </a:r>
          </a:p>
          <a:p>
            <a:r>
              <a:t>Responsible: Alex Garcia (Lead)</a:t>
            </a:r>
          </a:p>
          <a:p>
            <a:r>
              <a:t>Location: Austin | Skills: Power BI, MLOps, Ontology, Python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