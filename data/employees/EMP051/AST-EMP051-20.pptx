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20 - EMP051</a:t>
            </a:r>
          </a:p>
        </p:txBody>
      </p:sp>
      <p:sp>
        <p:nvSpPr>
          <p:cNvPr id="3" name="Content Placeholder 2"/>
          <p:cNvSpPr>
            <a:spLocks noGrp="1"/>
          </p:cNvSpPr>
          <p:nvPr>
            <p:ph idx="1"/>
          </p:nvPr>
        </p:nvSpPr>
        <p:spPr/>
        <p:txBody>
          <a:bodyPr/>
          <a:lstStyle/>
          <a:p>
            <a:r>
              <a:t>Slide 1: Executive Summary</a:t>
            </a:r>
          </a:p>
          <a:p>
            <a:pPr lvl="1"/>
            <a:r>
              <a:t>Section 1: Fabric semantic model planning. EMP051 contributes to ast emp051 20 through recurring collaboration, clear ownership boundaries, and measurable outcomes. The team captures decisions, open issues, and handoffs so that knowledge remains discoverable for future programs.</a:t>
            </a:r>
          </a:p>
          <a:p>
            <a:pPr lvl="1"/>
            <a:r>
              <a:t>Section 2: Data quality remediation. EMP051 contributes to ast emp051 20 through recurring collaboration, clear ownership boundaries, and measurable outcomes. The team captures decisions, open issues, and handoffs so that knowledge remains discoverable for future programs.</a:t>
            </a:r>
          </a:p>
          <a:p>
            <a:pPr lvl="1"/>
            <a:r>
              <a:t>Section 3: Department KPI performance. EMP051 contributes to ast emp051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20 - EMP051</a:t>
            </a:r>
          </a:p>
        </p:txBody>
      </p:sp>
      <p:sp>
        <p:nvSpPr>
          <p:cNvPr id="3" name="Content Placeholder 2"/>
          <p:cNvSpPr>
            <a:spLocks noGrp="1"/>
          </p:cNvSpPr>
          <p:nvPr>
            <p:ph idx="1"/>
          </p:nvPr>
        </p:nvSpPr>
        <p:spPr/>
        <p:txBody>
          <a:bodyPr/>
          <a:lstStyle/>
          <a:p>
            <a:r>
              <a:t>Slide 2: Executive Summary</a:t>
            </a:r>
          </a:p>
          <a:p>
            <a:pPr lvl="1"/>
            <a:r>
              <a:t>Section 1: Department KPI performance. EMP051 contributes to ast emp051 20 through recurring collaboration, clear ownership boundaries, and measurable outcomes. The team captures decisions, open issues, and handoffs so that knowledge remains discoverable for future programs.</a:t>
            </a:r>
          </a:p>
          <a:p>
            <a:pPr lvl="1"/>
            <a:r>
              <a:t>Section 2: Operational risk review. EMP051 contributes to ast emp051 20 through recurring collaboration, clear ownership boundaries, and measurable outcomes. The team captures decisions, open issues, and handoffs so that knowledge remains discoverable for future programs.</a:t>
            </a:r>
          </a:p>
          <a:p>
            <a:pPr lvl="1"/>
            <a:r>
              <a:t>Section 3: Data quality remediation. EMP051 contributes to ast emp051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20 - EMP051</a:t>
            </a:r>
          </a:p>
        </p:txBody>
      </p:sp>
      <p:sp>
        <p:nvSpPr>
          <p:cNvPr id="3" name="Content Placeholder 2"/>
          <p:cNvSpPr>
            <a:spLocks noGrp="1"/>
          </p:cNvSpPr>
          <p:nvPr>
            <p:ph idx="1"/>
          </p:nvPr>
        </p:nvSpPr>
        <p:spPr/>
        <p:txBody>
          <a:bodyPr/>
          <a:lstStyle/>
          <a:p>
            <a:r>
              <a:t>Slide 3: Executive Summary</a:t>
            </a:r>
          </a:p>
          <a:p>
            <a:pPr lvl="1"/>
            <a:r>
              <a:t>Section 1: Quarterly delivery milestones. EMP051 contributes to ast emp051 20 through recurring collaboration, clear ownership boundaries, and measurable outcomes. The team captures decisions, open issues, and handoffs so that knowledge remains discoverable for future programs.</a:t>
            </a:r>
          </a:p>
          <a:p>
            <a:pPr lvl="1"/>
            <a:r>
              <a:t>Section 2: Quarterly delivery milestones. EMP051 contributes to ast emp051 20 through recurring collaboration, clear ownership boundaries, and measurable outcomes. The team captures decisions, open issues, and handoffs so that knowledge remains discoverable for future programs.</a:t>
            </a:r>
          </a:p>
          <a:p>
            <a:pPr lvl="1"/>
            <a:r>
              <a:t>Section 3: Data quality remediation. EMP051 contributes to ast emp051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20 - EMP051</a:t>
            </a:r>
          </a:p>
        </p:txBody>
      </p:sp>
      <p:sp>
        <p:nvSpPr>
          <p:cNvPr id="3" name="Content Placeholder 2"/>
          <p:cNvSpPr>
            <a:spLocks noGrp="1"/>
          </p:cNvSpPr>
          <p:nvPr>
            <p:ph idx="1"/>
          </p:nvPr>
        </p:nvSpPr>
        <p:spPr/>
        <p:txBody>
          <a:bodyPr/>
          <a:lstStyle/>
          <a:p>
            <a:r>
              <a:t>Slide 4: Executive Summary</a:t>
            </a:r>
          </a:p>
          <a:p>
            <a:pPr lvl="1"/>
            <a:r>
              <a:t>Section 1: Automation backlog refinement. EMP051 contributes to ast emp051 20 through recurring collaboration, clear ownership boundaries, and measurable outcomes. The team captures decisions, open issues, and handoffs so that knowledge remains discoverable for future programs.</a:t>
            </a:r>
          </a:p>
          <a:p>
            <a:pPr lvl="1"/>
            <a:r>
              <a:t>Section 2: Customer escalation analysis. EMP051 contributes to ast emp051 20 through recurring collaboration, clear ownership boundaries, and measurable outcomes. The team captures decisions, open issues, and handoffs so that knowledge remains discoverable for future programs.</a:t>
            </a:r>
          </a:p>
          <a:p>
            <a:pPr lvl="1"/>
            <a:r>
              <a:t>Section 3: Operational risk review. EMP051 contributes to ast emp051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20 - EMP051</a:t>
            </a:r>
          </a:p>
        </p:txBody>
      </p:sp>
      <p:sp>
        <p:nvSpPr>
          <p:cNvPr id="3" name="Content Placeholder 2"/>
          <p:cNvSpPr>
            <a:spLocks noGrp="1"/>
          </p:cNvSpPr>
          <p:nvPr>
            <p:ph idx="1"/>
          </p:nvPr>
        </p:nvSpPr>
        <p:spPr/>
        <p:txBody>
          <a:bodyPr/>
          <a:lstStyle/>
          <a:p>
            <a:r>
              <a:t>Slide 5: Executive Summary</a:t>
            </a:r>
          </a:p>
          <a:p>
            <a:pPr lvl="1"/>
            <a:r>
              <a:t>Section 1: Fabric semantic model planning. EMP051 contributes to ast emp051 20 through recurring collaboration, clear ownership boundaries, and measurable outcomes. The team captures decisions, open issues, and handoffs so that knowledge remains discoverable for future programs.</a:t>
            </a:r>
          </a:p>
          <a:p>
            <a:pPr lvl="1"/>
            <a:r>
              <a:t>Section 2: Data quality remediation. EMP051 contributes to ast emp051 20 through recurring collaboration, clear ownership boundaries, and measurable outcomes. The team captures decisions, open issues, and handoffs so that knowledge remains discoverable for future programs.</a:t>
            </a:r>
          </a:p>
          <a:p>
            <a:pPr lvl="1"/>
            <a:r>
              <a:t>Section 3: Automation backlog refinement. EMP051 contributes to ast emp051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