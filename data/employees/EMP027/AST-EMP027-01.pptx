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Emp027 01 - EMP027</a:t>
            </a:r>
          </a:p>
        </p:txBody>
      </p:sp>
      <p:sp>
        <p:nvSpPr>
          <p:cNvPr id="3" name="Content Placeholder 2"/>
          <p:cNvSpPr>
            <a:spLocks noGrp="1"/>
          </p:cNvSpPr>
          <p:nvPr>
            <p:ph idx="1"/>
          </p:nvPr>
        </p:nvSpPr>
        <p:spPr/>
        <p:txBody>
          <a:bodyPr/>
          <a:lstStyle/>
          <a:p>
            <a:r>
              <a:t>Slide 1: Executive Summary</a:t>
            </a:r>
          </a:p>
          <a:p>
            <a:pPr lvl="1"/>
            <a:r>
              <a:t>Section 1: Department KPI performance. EMP027 contributes to ast emp027 01 through recurring collaboration, clear ownership boundaries, and measurable outcomes. The team captures decisions, open issues, and handoffs so that knowledge remains discoverable for future programs.</a:t>
            </a:r>
          </a:p>
          <a:p>
            <a:pPr lvl="1"/>
            <a:r>
              <a:t>Section 2: Department KPI performance. EMP027 contributes to ast emp027 01 through recurring collaboration, clear ownership boundaries, and measurable outcomes. The team captures decisions, open issues, and handoffs so that knowledge remains discoverable for future programs.</a:t>
            </a:r>
          </a:p>
          <a:p>
            <a:pPr lvl="1"/>
            <a:r>
              <a:t>Section 3: Knowledge transfer and onboarding. EMP027 contributes to ast emp027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Emp027 01 - EMP027</a:t>
            </a:r>
          </a:p>
        </p:txBody>
      </p:sp>
      <p:sp>
        <p:nvSpPr>
          <p:cNvPr id="3" name="Content Placeholder 2"/>
          <p:cNvSpPr>
            <a:spLocks noGrp="1"/>
          </p:cNvSpPr>
          <p:nvPr>
            <p:ph idx="1"/>
          </p:nvPr>
        </p:nvSpPr>
        <p:spPr/>
        <p:txBody>
          <a:bodyPr/>
          <a:lstStyle/>
          <a:p>
            <a:r>
              <a:t>Slide 2: Executive Summary</a:t>
            </a:r>
          </a:p>
          <a:p>
            <a:pPr lvl="1"/>
            <a:r>
              <a:t>Section 1: Knowledge transfer and onboarding. EMP027 contributes to ast emp027 01 through recurring collaboration, clear ownership boundaries, and measurable outcomes. The team captures decisions, open issues, and handoffs so that knowledge remains discoverable for future programs.</a:t>
            </a:r>
          </a:p>
          <a:p>
            <a:pPr lvl="1"/>
            <a:r>
              <a:t>Section 2: Automation backlog refinement. EMP027 contributes to ast emp027 01 through recurring collaboration, clear ownership boundaries, and measurable outcomes. The team captures decisions, open issues, and handoffs so that knowledge remains discoverable for future programs.</a:t>
            </a:r>
          </a:p>
          <a:p>
            <a:pPr lvl="1"/>
            <a:r>
              <a:t>Section 3: Data quality remediation. EMP027 contributes to ast emp027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Emp027 01 - EMP027</a:t>
            </a:r>
          </a:p>
        </p:txBody>
      </p:sp>
      <p:sp>
        <p:nvSpPr>
          <p:cNvPr id="3" name="Content Placeholder 2"/>
          <p:cNvSpPr>
            <a:spLocks noGrp="1"/>
          </p:cNvSpPr>
          <p:nvPr>
            <p:ph idx="1"/>
          </p:nvPr>
        </p:nvSpPr>
        <p:spPr/>
        <p:txBody>
          <a:bodyPr/>
          <a:lstStyle/>
          <a:p>
            <a:r>
              <a:t>Slide 3: Executive Summary</a:t>
            </a:r>
          </a:p>
          <a:p>
            <a:pPr lvl="1"/>
            <a:r>
              <a:t>Section 1: Customer escalation analysis. EMP027 contributes to ast emp027 01 through recurring collaboration, clear ownership boundaries, and measurable outcomes. The team captures decisions, open issues, and handoffs so that knowledge remains discoverable for future programs.</a:t>
            </a:r>
          </a:p>
          <a:p>
            <a:pPr lvl="1"/>
            <a:r>
              <a:t>Section 2: Quarterly delivery milestones. EMP027 contributes to ast emp027 01 through recurring collaboration, clear ownership boundaries, and measurable outcomes. The team captures decisions, open issues, and handoffs so that knowledge remains discoverable for future programs.</a:t>
            </a:r>
          </a:p>
          <a:p>
            <a:pPr lvl="1"/>
            <a:r>
              <a:t>Section 3: Automation backlog refinement. EMP027 contributes to ast emp027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Emp027 01 - EMP027</a:t>
            </a:r>
          </a:p>
        </p:txBody>
      </p:sp>
      <p:sp>
        <p:nvSpPr>
          <p:cNvPr id="3" name="Content Placeholder 2"/>
          <p:cNvSpPr>
            <a:spLocks noGrp="1"/>
          </p:cNvSpPr>
          <p:nvPr>
            <p:ph idx="1"/>
          </p:nvPr>
        </p:nvSpPr>
        <p:spPr/>
        <p:txBody>
          <a:bodyPr/>
          <a:lstStyle/>
          <a:p>
            <a:r>
              <a:t>Slide 4: Executive Summary</a:t>
            </a:r>
          </a:p>
          <a:p>
            <a:pPr lvl="1"/>
            <a:r>
              <a:t>Section 1: Fabric semantic model planning. EMP027 contributes to ast emp027 01 through recurring collaboration, clear ownership boundaries, and measurable outcomes. The team captures decisions, open issues, and handoffs so that knowledge remains discoverable for future programs.</a:t>
            </a:r>
          </a:p>
          <a:p>
            <a:pPr lvl="1"/>
            <a:r>
              <a:t>Section 2: Quarterly delivery milestones. EMP027 contributes to ast emp027 01 through recurring collaboration, clear ownership boundaries, and measurable outcomes. The team captures decisions, open issues, and handoffs so that knowledge remains discoverable for future programs.</a:t>
            </a:r>
          </a:p>
          <a:p>
            <a:pPr lvl="1"/>
            <a:r>
              <a:t>Section 3: Operational risk review. EMP027 contributes to ast emp027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Emp027 01 - EMP027</a:t>
            </a:r>
          </a:p>
        </p:txBody>
      </p:sp>
      <p:sp>
        <p:nvSpPr>
          <p:cNvPr id="3" name="Content Placeholder 2"/>
          <p:cNvSpPr>
            <a:spLocks noGrp="1"/>
          </p:cNvSpPr>
          <p:nvPr>
            <p:ph idx="1"/>
          </p:nvPr>
        </p:nvSpPr>
        <p:spPr/>
        <p:txBody>
          <a:bodyPr/>
          <a:lstStyle/>
          <a:p>
            <a:r>
              <a:t>Slide 5: Executive Summary</a:t>
            </a:r>
          </a:p>
          <a:p>
            <a:pPr lvl="1"/>
            <a:r>
              <a:t>Section 1: Automation backlog refinement. EMP027 contributes to ast emp027 01 through recurring collaboration, clear ownership boundaries, and measurable outcomes. The team captures decisions, open issues, and handoffs so that knowledge remains discoverable for future programs.</a:t>
            </a:r>
          </a:p>
          <a:p>
            <a:pPr lvl="1"/>
            <a:r>
              <a:t>Section 2: Operational risk review. EMP027 contributes to ast emp027 01 through recurring collaboration, clear ownership boundaries, and measurable outcomes. The team captures decisions, open issues, and handoffs so that knowledge remains discoverable for future programs.</a:t>
            </a:r>
          </a:p>
          <a:p>
            <a:pPr lvl="1"/>
            <a:r>
              <a:t>Section 3: Knowledge transfer and onboarding. EMP027 contributes to ast emp027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