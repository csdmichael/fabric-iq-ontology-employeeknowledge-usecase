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EMP027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Riley Patel | Lead | IT</a:t>
            </a:r>
          </a:p>
          <a:p>
            <a:r>
              <a:t>Prepared: 2025-01-29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Infrastructure Utilisation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Infrastructure Utilisation Dashboard for IT department.</a:t>
            </a:r>
          </a:p>
          <a:p>
            <a:r>
              <a:t>Responsible: Riley Patel (Lead)</a:t>
            </a:r>
          </a:p>
          <a:p>
            <a:r>
              <a:t>Location: Fremont | Skills: Synapse, Python, Ontology, Azure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Patch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Security Patch Status for IT department.</a:t>
            </a:r>
          </a:p>
          <a:p>
            <a:r>
              <a:t>Responsible: Riley Patel (Lead)</a:t>
            </a:r>
          </a:p>
          <a:p>
            <a:r>
              <a:t>Location: Fremont | Skills: Synapse, Python, Ontology, Azure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 Cost Optimisation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Cloud Cost Optimisation for IT department.</a:t>
            </a:r>
          </a:p>
          <a:p>
            <a:r>
              <a:t>Responsible: Riley Patel (Lead)</a:t>
            </a:r>
          </a:p>
          <a:p>
            <a:r>
              <a:t>Location: Fremont | Skills: Synapse, Python, Ontology, Azure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