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Emp010 01 - EMP010</a:t>
            </a:r>
          </a:p>
        </p:txBody>
      </p:sp>
      <p:sp>
        <p:nvSpPr>
          <p:cNvPr id="3" name="Content Placeholder 2"/>
          <p:cNvSpPr>
            <a:spLocks noGrp="1"/>
          </p:cNvSpPr>
          <p:nvPr>
            <p:ph idx="1"/>
          </p:nvPr>
        </p:nvSpPr>
        <p:spPr/>
        <p:txBody>
          <a:bodyPr/>
          <a:lstStyle/>
          <a:p>
            <a:r>
              <a:t>Slide 1: Executive Summary</a:t>
            </a:r>
          </a:p>
          <a:p>
            <a:pPr lvl="1"/>
            <a:r>
              <a:t>Section 1: Operational risk review. EMP010 contributes to ast emp010 01 through recurring collaboration, clear ownership boundaries, and measurable outcomes. The team captures decisions, open issues, and handoffs so that knowledge remains discoverable for future programs.</a:t>
            </a:r>
          </a:p>
          <a:p>
            <a:pPr lvl="1"/>
            <a:r>
              <a:t>Section 2: Knowledge transfer and onboarding. EMP010 contributes to ast emp010 01 through recurring collaboration, clear ownership boundaries, and measurable outcomes. The team captures decisions, open issues, and handoffs so that knowledge remains discoverable for future programs.</a:t>
            </a:r>
          </a:p>
          <a:p>
            <a:pPr lvl="1"/>
            <a:r>
              <a:t>Section 3: Customer escalation analysis. EMP010 contributes to ast emp010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Emp010 01 - EMP010</a:t>
            </a:r>
          </a:p>
        </p:txBody>
      </p:sp>
      <p:sp>
        <p:nvSpPr>
          <p:cNvPr id="3" name="Content Placeholder 2"/>
          <p:cNvSpPr>
            <a:spLocks noGrp="1"/>
          </p:cNvSpPr>
          <p:nvPr>
            <p:ph idx="1"/>
          </p:nvPr>
        </p:nvSpPr>
        <p:spPr/>
        <p:txBody>
          <a:bodyPr/>
          <a:lstStyle/>
          <a:p>
            <a:r>
              <a:t>Slide 2: Executive Summary</a:t>
            </a:r>
          </a:p>
          <a:p>
            <a:pPr lvl="1"/>
            <a:r>
              <a:t>Section 1: Knowledge transfer and onboarding. EMP010 contributes to ast emp010 01 through recurring collaboration, clear ownership boundaries, and measurable outcomes. The team captures decisions, open issues, and handoffs so that knowledge remains discoverable for future programs.</a:t>
            </a:r>
          </a:p>
          <a:p>
            <a:pPr lvl="1"/>
            <a:r>
              <a:t>Section 2: Knowledge transfer and onboarding. EMP010 contributes to ast emp010 01 through recurring collaboration, clear ownership boundaries, and measurable outcomes. The team captures decisions, open issues, and handoffs so that knowledge remains discoverable for future programs.</a:t>
            </a:r>
          </a:p>
          <a:p>
            <a:pPr lvl="1"/>
            <a:r>
              <a:t>Section 3: Fabric semantic model planning. EMP010 contributes to ast emp010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Emp010 01 - EMP010</a:t>
            </a:r>
          </a:p>
        </p:txBody>
      </p:sp>
      <p:sp>
        <p:nvSpPr>
          <p:cNvPr id="3" name="Content Placeholder 2"/>
          <p:cNvSpPr>
            <a:spLocks noGrp="1"/>
          </p:cNvSpPr>
          <p:nvPr>
            <p:ph idx="1"/>
          </p:nvPr>
        </p:nvSpPr>
        <p:spPr/>
        <p:txBody>
          <a:bodyPr/>
          <a:lstStyle/>
          <a:p>
            <a:r>
              <a:t>Slide 3: Executive Summary</a:t>
            </a:r>
          </a:p>
          <a:p>
            <a:pPr lvl="1"/>
            <a:r>
              <a:t>Section 1: Department KPI performance. EMP010 contributes to ast emp010 01 through recurring collaboration, clear ownership boundaries, and measurable outcomes. The team captures decisions, open issues, and handoffs so that knowledge remains discoverable for future programs.</a:t>
            </a:r>
          </a:p>
          <a:p>
            <a:pPr lvl="1"/>
            <a:r>
              <a:t>Section 2: Quarterly delivery milestones. EMP010 contributes to ast emp010 01 through recurring collaboration, clear ownership boundaries, and measurable outcomes. The team captures decisions, open issues, and handoffs so that knowledge remains discoverable for future programs.</a:t>
            </a:r>
          </a:p>
          <a:p>
            <a:pPr lvl="1"/>
            <a:r>
              <a:t>Section 3: Department KPI performance. EMP010 contributes to ast emp010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Emp010 01 - EMP010</a:t>
            </a:r>
          </a:p>
        </p:txBody>
      </p:sp>
      <p:sp>
        <p:nvSpPr>
          <p:cNvPr id="3" name="Content Placeholder 2"/>
          <p:cNvSpPr>
            <a:spLocks noGrp="1"/>
          </p:cNvSpPr>
          <p:nvPr>
            <p:ph idx="1"/>
          </p:nvPr>
        </p:nvSpPr>
        <p:spPr/>
        <p:txBody>
          <a:bodyPr/>
          <a:lstStyle/>
          <a:p>
            <a:r>
              <a:t>Slide 4: Executive Summary</a:t>
            </a:r>
          </a:p>
          <a:p>
            <a:pPr lvl="1"/>
            <a:r>
              <a:t>Section 1: Quarterly delivery milestones. EMP010 contributes to ast emp010 01 through recurring collaboration, clear ownership boundaries, and measurable outcomes. The team captures decisions, open issues, and handoffs so that knowledge remains discoverable for future programs.</a:t>
            </a:r>
          </a:p>
          <a:p>
            <a:pPr lvl="1"/>
            <a:r>
              <a:t>Section 2: Automation backlog refinement. EMP010 contributes to ast emp010 01 through recurring collaboration, clear ownership boundaries, and measurable outcomes. The team captures decisions, open issues, and handoffs so that knowledge remains discoverable for future programs.</a:t>
            </a:r>
          </a:p>
          <a:p>
            <a:pPr lvl="1"/>
            <a:r>
              <a:t>Section 3: Department KPI performance. EMP010 contributes to ast emp010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Emp010 01 - EMP010</a:t>
            </a:r>
          </a:p>
        </p:txBody>
      </p:sp>
      <p:sp>
        <p:nvSpPr>
          <p:cNvPr id="3" name="Content Placeholder 2"/>
          <p:cNvSpPr>
            <a:spLocks noGrp="1"/>
          </p:cNvSpPr>
          <p:nvPr>
            <p:ph idx="1"/>
          </p:nvPr>
        </p:nvSpPr>
        <p:spPr/>
        <p:txBody>
          <a:bodyPr/>
          <a:lstStyle/>
          <a:p>
            <a:r>
              <a:t>Slide 5: Executive Summary</a:t>
            </a:r>
          </a:p>
          <a:p>
            <a:pPr lvl="1"/>
            <a:r>
              <a:t>Section 1: Customer escalation analysis. EMP010 contributes to ast emp010 01 through recurring collaboration, clear ownership boundaries, and measurable outcomes. The team captures decisions, open issues, and handoffs so that knowledge remains discoverable for future programs.</a:t>
            </a:r>
          </a:p>
          <a:p>
            <a:pPr lvl="1"/>
            <a:r>
              <a:t>Section 2: Data quality remediation. EMP010 contributes to ast emp010 01 through recurring collaboration, clear ownership boundaries, and measurable outcomes. The team captures decisions, open issues, and handoffs so that knowledge remains discoverable for future programs.</a:t>
            </a:r>
          </a:p>
          <a:p>
            <a:pPr lvl="1"/>
            <a:r>
              <a:t>Section 3: Department KPI performance. EMP010 contributes to ast emp010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