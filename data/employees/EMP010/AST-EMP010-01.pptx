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Project update deck - EMP010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Skyler Chen | Manager | HR</a:t>
            </a:r>
          </a:p>
          <a:p>
            <a:r>
              <a:t>Prepared: 2025-01-12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Q2 Talent Acquisition Update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Overview of Q2 Talent Acquisition Update for HR department.</a:t>
            </a:r>
          </a:p>
          <a:p>
            <a:r>
              <a:t>Responsible: Skyler Chen (Manager)</a:t>
            </a:r>
          </a:p>
          <a:p>
            <a:r>
              <a:t>Location: Hsinchu | Skills: MLOps, Fabric, TypeScript, Ontology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Employee Engagement Scores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Overview of Employee Engagement Scores for HR department.</a:t>
            </a:r>
          </a:p>
          <a:p>
            <a:r>
              <a:t>Responsible: Skyler Chen (Manager)</a:t>
            </a:r>
          </a:p>
          <a:p>
            <a:r>
              <a:t>Location: Hsinchu | Skills: MLOps, Fabric, TypeScript, Ontology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Learning &amp; Development Roadmap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Overview of Learning &amp; Development Roadmap for HR department.</a:t>
            </a:r>
          </a:p>
          <a:p>
            <a:r>
              <a:t>Responsible: Skyler Chen (Manager)</a:t>
            </a:r>
          </a:p>
          <a:p>
            <a:r>
              <a:t>Location: Hsinchu | Skills: MLOps, Fabric, TypeScript, Ontology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