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Emp013 09 - EMP013</a:t>
            </a:r>
          </a:p>
        </p:txBody>
      </p:sp>
      <p:sp>
        <p:nvSpPr>
          <p:cNvPr id="3" name="Content Placeholder 2"/>
          <p:cNvSpPr>
            <a:spLocks noGrp="1"/>
          </p:cNvSpPr>
          <p:nvPr>
            <p:ph idx="1"/>
          </p:nvPr>
        </p:nvSpPr>
        <p:spPr/>
        <p:txBody>
          <a:bodyPr/>
          <a:lstStyle/>
          <a:p>
            <a:r>
              <a:t>Slide 1: Executive Summary</a:t>
            </a:r>
          </a:p>
          <a:p>
            <a:pPr lvl="1"/>
            <a:r>
              <a:t>Section 1: Knowledge transfer and onboarding. EMP013 contributes to ast emp013 09 through recurring collaboration, clear ownership boundaries, and measurable outcomes. The team captures decisions, open issues, and handoffs so that knowledge remains discoverable for future programs.</a:t>
            </a:r>
          </a:p>
          <a:p>
            <a:pPr lvl="1"/>
            <a:r>
              <a:t>Section 2: Operational risk review. EMP013 contributes to ast emp013 09 through recurring collaboration, clear ownership boundaries, and measurable outcomes. The team captures decisions, open issues, and handoffs so that knowledge remains discoverable for future programs.</a:t>
            </a:r>
          </a:p>
          <a:p>
            <a:pPr lvl="1"/>
            <a:r>
              <a:t>Section 3: Quarterly delivery milestones. EMP013 contributes to ast emp013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Emp013 09 - EMP013</a:t>
            </a:r>
          </a:p>
        </p:txBody>
      </p:sp>
      <p:sp>
        <p:nvSpPr>
          <p:cNvPr id="3" name="Content Placeholder 2"/>
          <p:cNvSpPr>
            <a:spLocks noGrp="1"/>
          </p:cNvSpPr>
          <p:nvPr>
            <p:ph idx="1"/>
          </p:nvPr>
        </p:nvSpPr>
        <p:spPr/>
        <p:txBody>
          <a:bodyPr/>
          <a:lstStyle/>
          <a:p>
            <a:r>
              <a:t>Slide 2: Executive Summary</a:t>
            </a:r>
          </a:p>
          <a:p>
            <a:pPr lvl="1"/>
            <a:r>
              <a:t>Section 1: Fabric semantic model planning. EMP013 contributes to ast emp013 09 through recurring collaboration, clear ownership boundaries, and measurable outcomes. The team captures decisions, open issues, and handoffs so that knowledge remains discoverable for future programs.</a:t>
            </a:r>
          </a:p>
          <a:p>
            <a:pPr lvl="1"/>
            <a:r>
              <a:t>Section 2: Automation backlog refinement. EMP013 contributes to ast emp013 09 through recurring collaboration, clear ownership boundaries, and measurable outcomes. The team captures decisions, open issues, and handoffs so that knowledge remains discoverable for future programs.</a:t>
            </a:r>
          </a:p>
          <a:p>
            <a:pPr lvl="1"/>
            <a:r>
              <a:t>Section 3: Knowledge transfer and onboarding. EMP013 contributes to ast emp013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Emp013 09 - EMP013</a:t>
            </a:r>
          </a:p>
        </p:txBody>
      </p:sp>
      <p:sp>
        <p:nvSpPr>
          <p:cNvPr id="3" name="Content Placeholder 2"/>
          <p:cNvSpPr>
            <a:spLocks noGrp="1"/>
          </p:cNvSpPr>
          <p:nvPr>
            <p:ph idx="1"/>
          </p:nvPr>
        </p:nvSpPr>
        <p:spPr/>
        <p:txBody>
          <a:bodyPr/>
          <a:lstStyle/>
          <a:p>
            <a:r>
              <a:t>Slide 3: Executive Summary</a:t>
            </a:r>
          </a:p>
          <a:p>
            <a:pPr lvl="1"/>
            <a:r>
              <a:t>Section 1: Customer escalation analysis. EMP013 contributes to ast emp013 09 through recurring collaboration, clear ownership boundaries, and measurable outcomes. The team captures decisions, open issues, and handoffs so that knowledge remains discoverable for future programs.</a:t>
            </a:r>
          </a:p>
          <a:p>
            <a:pPr lvl="1"/>
            <a:r>
              <a:t>Section 2: Operational risk review. EMP013 contributes to ast emp013 09 through recurring collaboration, clear ownership boundaries, and measurable outcomes. The team captures decisions, open issues, and handoffs so that knowledge remains discoverable for future programs.</a:t>
            </a:r>
          </a:p>
          <a:p>
            <a:pPr lvl="1"/>
            <a:r>
              <a:t>Section 3: Department KPI performance. EMP013 contributes to ast emp013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Emp013 09 - EMP013</a:t>
            </a:r>
          </a:p>
        </p:txBody>
      </p:sp>
      <p:sp>
        <p:nvSpPr>
          <p:cNvPr id="3" name="Content Placeholder 2"/>
          <p:cNvSpPr>
            <a:spLocks noGrp="1"/>
          </p:cNvSpPr>
          <p:nvPr>
            <p:ph idx="1"/>
          </p:nvPr>
        </p:nvSpPr>
        <p:spPr/>
        <p:txBody>
          <a:bodyPr/>
          <a:lstStyle/>
          <a:p>
            <a:r>
              <a:t>Slide 4: Executive Summary</a:t>
            </a:r>
          </a:p>
          <a:p>
            <a:pPr lvl="1"/>
            <a:r>
              <a:t>Section 1: Quarterly delivery milestones. EMP013 contributes to ast emp013 09 through recurring collaboration, clear ownership boundaries, and measurable outcomes. The team captures decisions, open issues, and handoffs so that knowledge remains discoverable for future programs.</a:t>
            </a:r>
          </a:p>
          <a:p>
            <a:pPr lvl="1"/>
            <a:r>
              <a:t>Section 2: Department KPI performance. EMP013 contributes to ast emp013 09 through recurring collaboration, clear ownership boundaries, and measurable outcomes. The team captures decisions, open issues, and handoffs so that knowledge remains discoverable for future programs.</a:t>
            </a:r>
          </a:p>
          <a:p>
            <a:pPr lvl="1"/>
            <a:r>
              <a:t>Section 3: Operational risk review. EMP013 contributes to ast emp013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Emp013 09 - EMP013</a:t>
            </a:r>
          </a:p>
        </p:txBody>
      </p:sp>
      <p:sp>
        <p:nvSpPr>
          <p:cNvPr id="3" name="Content Placeholder 2"/>
          <p:cNvSpPr>
            <a:spLocks noGrp="1"/>
          </p:cNvSpPr>
          <p:nvPr>
            <p:ph idx="1"/>
          </p:nvPr>
        </p:nvSpPr>
        <p:spPr/>
        <p:txBody>
          <a:bodyPr/>
          <a:lstStyle/>
          <a:p>
            <a:r>
              <a:t>Slide 5: Executive Summary</a:t>
            </a:r>
          </a:p>
          <a:p>
            <a:pPr lvl="1"/>
            <a:r>
              <a:t>Section 1: Knowledge transfer and onboarding. EMP013 contributes to ast emp013 09 through recurring collaboration, clear ownership boundaries, and measurable outcomes. The team captures decisions, open issues, and handoffs so that knowledge remains discoverable for future programs.</a:t>
            </a:r>
          </a:p>
          <a:p>
            <a:pPr lvl="1"/>
            <a:r>
              <a:t>Section 2: Operational risk review. EMP013 contributes to ast emp013 09 through recurring collaboration, clear ownership boundaries, and measurable outcomes. The team captures decisions, open issues, and handoffs so that knowledge remains discoverable for future programs.</a:t>
            </a:r>
          </a:p>
          <a:p>
            <a:pPr lvl="1"/>
            <a:r>
              <a:t>Section 3: Department KPI performance. EMP013 contributes to ast emp013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