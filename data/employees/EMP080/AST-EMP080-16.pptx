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Emp080 16 - EMP080</a:t>
            </a:r>
          </a:p>
        </p:txBody>
      </p:sp>
      <p:sp>
        <p:nvSpPr>
          <p:cNvPr id="3" name="Content Placeholder 2"/>
          <p:cNvSpPr>
            <a:spLocks noGrp="1"/>
          </p:cNvSpPr>
          <p:nvPr>
            <p:ph idx="1"/>
          </p:nvPr>
        </p:nvSpPr>
        <p:spPr/>
        <p:txBody>
          <a:bodyPr/>
          <a:lstStyle/>
          <a:p>
            <a:r>
              <a:t>Slide 1: Executive Summary</a:t>
            </a:r>
          </a:p>
          <a:p>
            <a:pPr lvl="1"/>
            <a:r>
              <a:t>Section 1: Fabric semantic model planning. EMP080 contributes to ast emp080 16 through recurring collaboration, clear ownership boundaries, and measurable outcomes. The team captures decisions, open issues, and handoffs so that knowledge remains discoverable for future programs.</a:t>
            </a:r>
          </a:p>
          <a:p>
            <a:pPr lvl="1"/>
            <a:r>
              <a:t>Section 2: Automation backlog refinement. EMP080 contributes to ast emp080 16 through recurring collaboration, clear ownership boundaries, and measurable outcomes. The team captures decisions, open issues, and handoffs so that knowledge remains discoverable for future programs.</a:t>
            </a:r>
          </a:p>
          <a:p>
            <a:pPr lvl="1"/>
            <a:r>
              <a:t>Section 3: Knowledge transfer and onboarding. EMP080 contributes to ast emp080 16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Emp080 16 - EMP080</a:t>
            </a:r>
          </a:p>
        </p:txBody>
      </p:sp>
      <p:sp>
        <p:nvSpPr>
          <p:cNvPr id="3" name="Content Placeholder 2"/>
          <p:cNvSpPr>
            <a:spLocks noGrp="1"/>
          </p:cNvSpPr>
          <p:nvPr>
            <p:ph idx="1"/>
          </p:nvPr>
        </p:nvSpPr>
        <p:spPr/>
        <p:txBody>
          <a:bodyPr/>
          <a:lstStyle/>
          <a:p>
            <a:r>
              <a:t>Slide 2: Executive Summary</a:t>
            </a:r>
          </a:p>
          <a:p>
            <a:pPr lvl="1"/>
            <a:r>
              <a:t>Section 1: Data quality remediation. EMP080 contributes to ast emp080 16 through recurring collaboration, clear ownership boundaries, and measurable outcomes. The team captures decisions, open issues, and handoffs so that knowledge remains discoverable for future programs.</a:t>
            </a:r>
          </a:p>
          <a:p>
            <a:pPr lvl="1"/>
            <a:r>
              <a:t>Section 2: Department KPI performance. EMP080 contributes to ast emp080 16 through recurring collaboration, clear ownership boundaries, and measurable outcomes. The team captures decisions, open issues, and handoffs so that knowledge remains discoverable for future programs.</a:t>
            </a:r>
          </a:p>
          <a:p>
            <a:pPr lvl="1"/>
            <a:r>
              <a:t>Section 3: Automation backlog refinement. EMP080 contributes to ast emp080 16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Emp080 16 - EMP080</a:t>
            </a:r>
          </a:p>
        </p:txBody>
      </p:sp>
      <p:sp>
        <p:nvSpPr>
          <p:cNvPr id="3" name="Content Placeholder 2"/>
          <p:cNvSpPr>
            <a:spLocks noGrp="1"/>
          </p:cNvSpPr>
          <p:nvPr>
            <p:ph idx="1"/>
          </p:nvPr>
        </p:nvSpPr>
        <p:spPr/>
        <p:txBody>
          <a:bodyPr/>
          <a:lstStyle/>
          <a:p>
            <a:r>
              <a:t>Slide 3: Executive Summary</a:t>
            </a:r>
          </a:p>
          <a:p>
            <a:pPr lvl="1"/>
            <a:r>
              <a:t>Section 1: Quarterly delivery milestones. EMP080 contributes to ast emp080 16 through recurring collaboration, clear ownership boundaries, and measurable outcomes. The team captures decisions, open issues, and handoffs so that knowledge remains discoverable for future programs.</a:t>
            </a:r>
          </a:p>
          <a:p>
            <a:pPr lvl="1"/>
            <a:r>
              <a:t>Section 2: Quarterly delivery milestones. EMP080 contributes to ast emp080 16 through recurring collaboration, clear ownership boundaries, and measurable outcomes. The team captures decisions, open issues, and handoffs so that knowledge remains discoverable for future programs.</a:t>
            </a:r>
          </a:p>
          <a:p>
            <a:pPr lvl="1"/>
            <a:r>
              <a:t>Section 3: Knowledge transfer and onboarding. EMP080 contributes to ast emp080 16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Emp080 16 - EMP080</a:t>
            </a:r>
          </a:p>
        </p:txBody>
      </p:sp>
      <p:sp>
        <p:nvSpPr>
          <p:cNvPr id="3" name="Content Placeholder 2"/>
          <p:cNvSpPr>
            <a:spLocks noGrp="1"/>
          </p:cNvSpPr>
          <p:nvPr>
            <p:ph idx="1"/>
          </p:nvPr>
        </p:nvSpPr>
        <p:spPr/>
        <p:txBody>
          <a:bodyPr/>
          <a:lstStyle/>
          <a:p>
            <a:r>
              <a:t>Slide 4: Executive Summary</a:t>
            </a:r>
          </a:p>
          <a:p>
            <a:pPr lvl="1"/>
            <a:r>
              <a:t>Section 1: Customer escalation analysis. EMP080 contributes to ast emp080 16 through recurring collaboration, clear ownership boundaries, and measurable outcomes. The team captures decisions, open issues, and handoffs so that knowledge remains discoverable for future programs.</a:t>
            </a:r>
          </a:p>
          <a:p>
            <a:pPr lvl="1"/>
            <a:r>
              <a:t>Section 2: Knowledge transfer and onboarding. EMP080 contributes to ast emp080 16 through recurring collaboration, clear ownership boundaries, and measurable outcomes. The team captures decisions, open issues, and handoffs so that knowledge remains discoverable for future programs.</a:t>
            </a:r>
          </a:p>
          <a:p>
            <a:pPr lvl="1"/>
            <a:r>
              <a:t>Section 3: Knowledge transfer and onboarding. EMP080 contributes to ast emp080 16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Emp080 16 - EMP080</a:t>
            </a:r>
          </a:p>
        </p:txBody>
      </p:sp>
      <p:sp>
        <p:nvSpPr>
          <p:cNvPr id="3" name="Content Placeholder 2"/>
          <p:cNvSpPr>
            <a:spLocks noGrp="1"/>
          </p:cNvSpPr>
          <p:nvPr>
            <p:ph idx="1"/>
          </p:nvPr>
        </p:nvSpPr>
        <p:spPr/>
        <p:txBody>
          <a:bodyPr/>
          <a:lstStyle/>
          <a:p>
            <a:r>
              <a:t>Slide 5: Executive Summary</a:t>
            </a:r>
          </a:p>
          <a:p>
            <a:pPr lvl="1"/>
            <a:r>
              <a:t>Section 1: Department KPI performance. EMP080 contributes to ast emp080 16 through recurring collaboration, clear ownership boundaries, and measurable outcomes. The team captures decisions, open issues, and handoffs so that knowledge remains discoverable for future programs.</a:t>
            </a:r>
          </a:p>
          <a:p>
            <a:pPr lvl="1"/>
            <a:r>
              <a:t>Section 2: Fabric semantic model planning. EMP080 contributes to ast emp080 16 through recurring collaboration, clear ownership boundaries, and measurable outcomes. The team captures decisions, open issues, and handoffs so that knowledge remains discoverable for future programs.</a:t>
            </a:r>
          </a:p>
          <a:p>
            <a:pPr lvl="1"/>
            <a:r>
              <a:t>Section 3: Operational risk review. EMP080 contributes to ast emp080 16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