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Skyler Chen | Engineer | Engineering</a:t>
            </a:r>
          </a:p>
          <a:p>
            <a:r>
              <a:t>Prepared: 2025-03-23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Skyler Chen (Engineer)</a:t>
            </a:r>
          </a:p>
          <a:p>
            <a:r>
              <a:t>Location: Hsinchu | Skills: Synapse, Ontology, Power BI,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Skyler Chen (Engineer)</a:t>
            </a:r>
          </a:p>
          <a:p>
            <a:r>
              <a:t>Location: Hsinchu | Skills: Synapse, Ontology, Power BI,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Skyler Chen (Engineer)</a:t>
            </a:r>
          </a:p>
          <a:p>
            <a:r>
              <a:t>Location: Hsinchu | Skills: Synapse, Ontology, Power BI,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