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Emp095 17 - EMP095</a:t>
            </a:r>
          </a:p>
        </p:txBody>
      </p:sp>
      <p:sp>
        <p:nvSpPr>
          <p:cNvPr id="3" name="Content Placeholder 2"/>
          <p:cNvSpPr>
            <a:spLocks noGrp="1"/>
          </p:cNvSpPr>
          <p:nvPr>
            <p:ph idx="1"/>
          </p:nvPr>
        </p:nvSpPr>
        <p:spPr/>
        <p:txBody>
          <a:bodyPr/>
          <a:lstStyle/>
          <a:p>
            <a:r>
              <a:t>Slide 1: Executive Summary</a:t>
            </a:r>
          </a:p>
          <a:p>
            <a:pPr lvl="1"/>
            <a:r>
              <a:t>Section 1: Data quality remediation. EMP095 contributes to ast emp095 17 through recurring collaboration, clear ownership boundaries, and measurable outcomes. The team captures decisions, open issues, and handoffs so that knowledge remains discoverable for future programs.</a:t>
            </a:r>
          </a:p>
          <a:p>
            <a:pPr lvl="1"/>
            <a:r>
              <a:t>Section 2: Quarterly delivery milestones. EMP095 contributes to ast emp095 17 through recurring collaboration, clear ownership boundaries, and measurable outcomes. The team captures decisions, open issues, and handoffs so that knowledge remains discoverable for future programs.</a:t>
            </a:r>
          </a:p>
          <a:p>
            <a:pPr lvl="1"/>
            <a:r>
              <a:t>Section 3: Customer escalation analysis. EMP095 contributes to ast emp095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Emp095 17 - EMP095</a:t>
            </a:r>
          </a:p>
        </p:txBody>
      </p:sp>
      <p:sp>
        <p:nvSpPr>
          <p:cNvPr id="3" name="Content Placeholder 2"/>
          <p:cNvSpPr>
            <a:spLocks noGrp="1"/>
          </p:cNvSpPr>
          <p:nvPr>
            <p:ph idx="1"/>
          </p:nvPr>
        </p:nvSpPr>
        <p:spPr/>
        <p:txBody>
          <a:bodyPr/>
          <a:lstStyle/>
          <a:p>
            <a:r>
              <a:t>Slide 2: Executive Summary</a:t>
            </a:r>
          </a:p>
          <a:p>
            <a:pPr lvl="1"/>
            <a:r>
              <a:t>Section 1: Customer escalation analysis. EMP095 contributes to ast emp095 17 through recurring collaboration, clear ownership boundaries, and measurable outcomes. The team captures decisions, open issues, and handoffs so that knowledge remains discoverable for future programs.</a:t>
            </a:r>
          </a:p>
          <a:p>
            <a:pPr lvl="1"/>
            <a:r>
              <a:t>Section 2: Department KPI performance. EMP095 contributes to ast emp095 17 through recurring collaboration, clear ownership boundaries, and measurable outcomes. The team captures decisions, open issues, and handoffs so that knowledge remains discoverable for future programs.</a:t>
            </a:r>
          </a:p>
          <a:p>
            <a:pPr lvl="1"/>
            <a:r>
              <a:t>Section 3: Quarterly delivery milestones. EMP095 contributes to ast emp095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Emp095 17 - EMP095</a:t>
            </a:r>
          </a:p>
        </p:txBody>
      </p:sp>
      <p:sp>
        <p:nvSpPr>
          <p:cNvPr id="3" name="Content Placeholder 2"/>
          <p:cNvSpPr>
            <a:spLocks noGrp="1"/>
          </p:cNvSpPr>
          <p:nvPr>
            <p:ph idx="1"/>
          </p:nvPr>
        </p:nvSpPr>
        <p:spPr/>
        <p:txBody>
          <a:bodyPr/>
          <a:lstStyle/>
          <a:p>
            <a:r>
              <a:t>Slide 3: Executive Summary</a:t>
            </a:r>
          </a:p>
          <a:p>
            <a:pPr lvl="1"/>
            <a:r>
              <a:t>Section 1: Automation backlog refinement. EMP095 contributes to ast emp095 17 through recurring collaboration, clear ownership boundaries, and measurable outcomes. The team captures decisions, open issues, and handoffs so that knowledge remains discoverable for future programs.</a:t>
            </a:r>
          </a:p>
          <a:p>
            <a:pPr lvl="1"/>
            <a:r>
              <a:t>Section 2: Quarterly delivery milestones. EMP095 contributes to ast emp095 17 through recurring collaboration, clear ownership boundaries, and measurable outcomes. The team captures decisions, open issues, and handoffs so that knowledge remains discoverable for future programs.</a:t>
            </a:r>
          </a:p>
          <a:p>
            <a:pPr lvl="1"/>
            <a:r>
              <a:t>Section 3: Quarterly delivery milestones. EMP095 contributes to ast emp095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Emp095 17 - EMP095</a:t>
            </a:r>
          </a:p>
        </p:txBody>
      </p:sp>
      <p:sp>
        <p:nvSpPr>
          <p:cNvPr id="3" name="Content Placeholder 2"/>
          <p:cNvSpPr>
            <a:spLocks noGrp="1"/>
          </p:cNvSpPr>
          <p:nvPr>
            <p:ph idx="1"/>
          </p:nvPr>
        </p:nvSpPr>
        <p:spPr/>
        <p:txBody>
          <a:bodyPr/>
          <a:lstStyle/>
          <a:p>
            <a:r>
              <a:t>Slide 4: Executive Summary</a:t>
            </a:r>
          </a:p>
          <a:p>
            <a:pPr lvl="1"/>
            <a:r>
              <a:t>Section 1: Quarterly delivery milestones. EMP095 contributes to ast emp095 17 through recurring collaboration, clear ownership boundaries, and measurable outcomes. The team captures decisions, open issues, and handoffs so that knowledge remains discoverable for future programs.</a:t>
            </a:r>
          </a:p>
          <a:p>
            <a:pPr lvl="1"/>
            <a:r>
              <a:t>Section 2: Customer escalation analysis. EMP095 contributes to ast emp095 17 through recurring collaboration, clear ownership boundaries, and measurable outcomes. The team captures decisions, open issues, and handoffs so that knowledge remains discoverable for future programs.</a:t>
            </a:r>
          </a:p>
          <a:p>
            <a:pPr lvl="1"/>
            <a:r>
              <a:t>Section 3: Quarterly delivery milestones. EMP095 contributes to ast emp095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Emp095 17 - EMP095</a:t>
            </a:r>
          </a:p>
        </p:txBody>
      </p:sp>
      <p:sp>
        <p:nvSpPr>
          <p:cNvPr id="3" name="Content Placeholder 2"/>
          <p:cNvSpPr>
            <a:spLocks noGrp="1"/>
          </p:cNvSpPr>
          <p:nvPr>
            <p:ph idx="1"/>
          </p:nvPr>
        </p:nvSpPr>
        <p:spPr/>
        <p:txBody>
          <a:bodyPr/>
          <a:lstStyle/>
          <a:p>
            <a:r>
              <a:t>Slide 5: Executive Summary</a:t>
            </a:r>
          </a:p>
          <a:p>
            <a:pPr lvl="1"/>
            <a:r>
              <a:t>Section 1: Knowledge transfer and onboarding. EMP095 contributes to ast emp095 17 through recurring collaboration, clear ownership boundaries, and measurable outcomes. The team captures decisions, open issues, and handoffs so that knowledge remains discoverable for future programs.</a:t>
            </a:r>
          </a:p>
          <a:p>
            <a:pPr lvl="1"/>
            <a:r>
              <a:t>Section 2: Department KPI performance. EMP095 contributes to ast emp095 17 through recurring collaboration, clear ownership boundaries, and measurable outcomes. The team captures decisions, open issues, and handoffs so that knowledge remains discoverable for future programs.</a:t>
            </a:r>
          </a:p>
          <a:p>
            <a:pPr lvl="1"/>
            <a:r>
              <a:t>Section 3: Customer escalation analysis. EMP095 contributes to ast emp095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