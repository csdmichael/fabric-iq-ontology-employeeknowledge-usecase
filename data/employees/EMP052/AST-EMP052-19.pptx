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Emp052 19 - EMP052</a:t>
            </a:r>
          </a:p>
        </p:txBody>
      </p:sp>
      <p:sp>
        <p:nvSpPr>
          <p:cNvPr id="3" name="Content Placeholder 2"/>
          <p:cNvSpPr>
            <a:spLocks noGrp="1"/>
          </p:cNvSpPr>
          <p:nvPr>
            <p:ph idx="1"/>
          </p:nvPr>
        </p:nvSpPr>
        <p:spPr/>
        <p:txBody>
          <a:bodyPr/>
          <a:lstStyle/>
          <a:p>
            <a:r>
              <a:t>Slide 1: Executive Summary</a:t>
            </a:r>
          </a:p>
          <a:p>
            <a:pPr lvl="1"/>
            <a:r>
              <a:t>Section 1: Knowledge transfer and onboarding. EMP052 contributes to ast emp052 19 through recurring collaboration, clear ownership boundaries, and measurable outcomes. The team captures decisions, open issues, and handoffs so that knowledge remains discoverable for future programs.</a:t>
            </a:r>
          </a:p>
          <a:p>
            <a:pPr lvl="1"/>
            <a:r>
              <a:t>Section 2: Quarterly delivery milestones. EMP052 contributes to ast emp052 19 through recurring collaboration, clear ownership boundaries, and measurable outcomes. The team captures decisions, open issues, and handoffs so that knowledge remains discoverable for future programs.</a:t>
            </a:r>
          </a:p>
          <a:p>
            <a:pPr lvl="1"/>
            <a:r>
              <a:t>Section 3: Quarterly delivery milestones. EMP052 contributes to ast emp052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Emp052 19 - EMP052</a:t>
            </a:r>
          </a:p>
        </p:txBody>
      </p:sp>
      <p:sp>
        <p:nvSpPr>
          <p:cNvPr id="3" name="Content Placeholder 2"/>
          <p:cNvSpPr>
            <a:spLocks noGrp="1"/>
          </p:cNvSpPr>
          <p:nvPr>
            <p:ph idx="1"/>
          </p:nvPr>
        </p:nvSpPr>
        <p:spPr/>
        <p:txBody>
          <a:bodyPr/>
          <a:lstStyle/>
          <a:p>
            <a:r>
              <a:t>Slide 2: Executive Summary</a:t>
            </a:r>
          </a:p>
          <a:p>
            <a:pPr lvl="1"/>
            <a:r>
              <a:t>Section 1: Automation backlog refinement. EMP052 contributes to ast emp052 19 through recurring collaboration, clear ownership boundaries, and measurable outcomes. The team captures decisions, open issues, and handoffs so that knowledge remains discoverable for future programs.</a:t>
            </a:r>
          </a:p>
          <a:p>
            <a:pPr lvl="1"/>
            <a:r>
              <a:t>Section 2: Department KPI performance. EMP052 contributes to ast emp052 19 through recurring collaboration, clear ownership boundaries, and measurable outcomes. The team captures decisions, open issues, and handoffs so that knowledge remains discoverable for future programs.</a:t>
            </a:r>
          </a:p>
          <a:p>
            <a:pPr lvl="1"/>
            <a:r>
              <a:t>Section 3: Customer escalation analysis. EMP052 contributes to ast emp052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Emp052 19 - EMP052</a:t>
            </a:r>
          </a:p>
        </p:txBody>
      </p:sp>
      <p:sp>
        <p:nvSpPr>
          <p:cNvPr id="3" name="Content Placeholder 2"/>
          <p:cNvSpPr>
            <a:spLocks noGrp="1"/>
          </p:cNvSpPr>
          <p:nvPr>
            <p:ph idx="1"/>
          </p:nvPr>
        </p:nvSpPr>
        <p:spPr/>
        <p:txBody>
          <a:bodyPr/>
          <a:lstStyle/>
          <a:p>
            <a:r>
              <a:t>Slide 3: Executive Summary</a:t>
            </a:r>
          </a:p>
          <a:p>
            <a:pPr lvl="1"/>
            <a:r>
              <a:t>Section 1: Knowledge transfer and onboarding. EMP052 contributes to ast emp052 19 through recurring collaboration, clear ownership boundaries, and measurable outcomes. The team captures decisions, open issues, and handoffs so that knowledge remains discoverable for future programs.</a:t>
            </a:r>
          </a:p>
          <a:p>
            <a:pPr lvl="1"/>
            <a:r>
              <a:t>Section 2: Department KPI performance. EMP052 contributes to ast emp052 19 through recurring collaboration, clear ownership boundaries, and measurable outcomes. The team captures decisions, open issues, and handoffs so that knowledge remains discoverable for future programs.</a:t>
            </a:r>
          </a:p>
          <a:p>
            <a:pPr lvl="1"/>
            <a:r>
              <a:t>Section 3: Fabric semantic model planning. EMP052 contributes to ast emp052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Emp052 19 - EMP052</a:t>
            </a:r>
          </a:p>
        </p:txBody>
      </p:sp>
      <p:sp>
        <p:nvSpPr>
          <p:cNvPr id="3" name="Content Placeholder 2"/>
          <p:cNvSpPr>
            <a:spLocks noGrp="1"/>
          </p:cNvSpPr>
          <p:nvPr>
            <p:ph idx="1"/>
          </p:nvPr>
        </p:nvSpPr>
        <p:spPr/>
        <p:txBody>
          <a:bodyPr/>
          <a:lstStyle/>
          <a:p>
            <a:r>
              <a:t>Slide 4: Executive Summary</a:t>
            </a:r>
          </a:p>
          <a:p>
            <a:pPr lvl="1"/>
            <a:r>
              <a:t>Section 1: Quarterly delivery milestones. EMP052 contributes to ast emp052 19 through recurring collaboration, clear ownership boundaries, and measurable outcomes. The team captures decisions, open issues, and handoffs so that knowledge remains discoverable for future programs.</a:t>
            </a:r>
          </a:p>
          <a:p>
            <a:pPr lvl="1"/>
            <a:r>
              <a:t>Section 2: Operational risk review. EMP052 contributes to ast emp052 19 through recurring collaboration, clear ownership boundaries, and measurable outcomes. The team captures decisions, open issues, and handoffs so that knowledge remains discoverable for future programs.</a:t>
            </a:r>
          </a:p>
          <a:p>
            <a:pPr lvl="1"/>
            <a:r>
              <a:t>Section 3: Knowledge transfer and onboarding. EMP052 contributes to ast emp052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Emp052 19 - EMP052</a:t>
            </a:r>
          </a:p>
        </p:txBody>
      </p:sp>
      <p:sp>
        <p:nvSpPr>
          <p:cNvPr id="3" name="Content Placeholder 2"/>
          <p:cNvSpPr>
            <a:spLocks noGrp="1"/>
          </p:cNvSpPr>
          <p:nvPr>
            <p:ph idx="1"/>
          </p:nvPr>
        </p:nvSpPr>
        <p:spPr/>
        <p:txBody>
          <a:bodyPr/>
          <a:lstStyle/>
          <a:p>
            <a:r>
              <a:t>Slide 5: Executive Summary</a:t>
            </a:r>
          </a:p>
          <a:p>
            <a:pPr lvl="1"/>
            <a:r>
              <a:t>Section 1: Quarterly delivery milestones. EMP052 contributes to ast emp052 19 through recurring collaboration, clear ownership boundaries, and measurable outcomes. The team captures decisions, open issues, and handoffs so that knowledge remains discoverable for future programs.</a:t>
            </a:r>
          </a:p>
          <a:p>
            <a:pPr lvl="1"/>
            <a:r>
              <a:t>Section 2: Fabric semantic model planning. EMP052 contributes to ast emp052 19 through recurring collaboration, clear ownership boundaries, and measurable outcomes. The team captures decisions, open issues, and handoffs so that knowledge remains discoverable for future programs.</a:t>
            </a:r>
          </a:p>
          <a:p>
            <a:pPr lvl="1"/>
            <a:r>
              <a:t>Section 3: Data quality remediation. EMP052 contributes to ast emp052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