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Emp009 21 - EMP009</a:t>
            </a:r>
          </a:p>
        </p:txBody>
      </p:sp>
      <p:sp>
        <p:nvSpPr>
          <p:cNvPr id="3" name="Content Placeholder 2"/>
          <p:cNvSpPr>
            <a:spLocks noGrp="1"/>
          </p:cNvSpPr>
          <p:nvPr>
            <p:ph idx="1"/>
          </p:nvPr>
        </p:nvSpPr>
        <p:spPr/>
        <p:txBody>
          <a:bodyPr/>
          <a:lstStyle/>
          <a:p>
            <a:r>
              <a:t>Slide 1: Executive Summary</a:t>
            </a:r>
          </a:p>
          <a:p>
            <a:pPr lvl="1"/>
            <a:r>
              <a:t>Section 1: Knowledge transfer and onboarding. EMP009 contributes to ast emp009 21 through recurring collaboration, clear ownership boundaries, and measurable outcomes. The team captures decisions, open issues, and handoffs so that knowledge remains discoverable for future programs.</a:t>
            </a:r>
          </a:p>
          <a:p>
            <a:pPr lvl="1"/>
            <a:r>
              <a:t>Section 2: Automation backlog refinement. EMP009 contributes to ast emp009 21 through recurring collaboration, clear ownership boundaries, and measurable outcomes. The team captures decisions, open issues, and handoffs so that knowledge remains discoverable for future programs.</a:t>
            </a:r>
          </a:p>
          <a:p>
            <a:pPr lvl="1"/>
            <a:r>
              <a:t>Section 3: Customer escalation analysis. EMP009 contributes to ast emp009 21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Emp009 21 - EMP009</a:t>
            </a:r>
          </a:p>
        </p:txBody>
      </p:sp>
      <p:sp>
        <p:nvSpPr>
          <p:cNvPr id="3" name="Content Placeholder 2"/>
          <p:cNvSpPr>
            <a:spLocks noGrp="1"/>
          </p:cNvSpPr>
          <p:nvPr>
            <p:ph idx="1"/>
          </p:nvPr>
        </p:nvSpPr>
        <p:spPr/>
        <p:txBody>
          <a:bodyPr/>
          <a:lstStyle/>
          <a:p>
            <a:r>
              <a:t>Slide 2: Executive Summary</a:t>
            </a:r>
          </a:p>
          <a:p>
            <a:pPr lvl="1"/>
            <a:r>
              <a:t>Section 1: Operational risk review. EMP009 contributes to ast emp009 21 through recurring collaboration, clear ownership boundaries, and measurable outcomes. The team captures decisions, open issues, and handoffs so that knowledge remains discoverable for future programs.</a:t>
            </a:r>
          </a:p>
          <a:p>
            <a:pPr lvl="1"/>
            <a:r>
              <a:t>Section 2: Fabric semantic model planning. EMP009 contributes to ast emp009 21 through recurring collaboration, clear ownership boundaries, and measurable outcomes. The team captures decisions, open issues, and handoffs so that knowledge remains discoverable for future programs.</a:t>
            </a:r>
          </a:p>
          <a:p>
            <a:pPr lvl="1"/>
            <a:r>
              <a:t>Section 3: Automation backlog refinement. EMP009 contributes to ast emp009 21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Emp009 21 - EMP009</a:t>
            </a:r>
          </a:p>
        </p:txBody>
      </p:sp>
      <p:sp>
        <p:nvSpPr>
          <p:cNvPr id="3" name="Content Placeholder 2"/>
          <p:cNvSpPr>
            <a:spLocks noGrp="1"/>
          </p:cNvSpPr>
          <p:nvPr>
            <p:ph idx="1"/>
          </p:nvPr>
        </p:nvSpPr>
        <p:spPr/>
        <p:txBody>
          <a:bodyPr/>
          <a:lstStyle/>
          <a:p>
            <a:r>
              <a:t>Slide 3: Executive Summary</a:t>
            </a:r>
          </a:p>
          <a:p>
            <a:pPr lvl="1"/>
            <a:r>
              <a:t>Section 1: Data quality remediation. EMP009 contributes to ast emp009 21 through recurring collaboration, clear ownership boundaries, and measurable outcomes. The team captures decisions, open issues, and handoffs so that knowledge remains discoverable for future programs.</a:t>
            </a:r>
          </a:p>
          <a:p>
            <a:pPr lvl="1"/>
            <a:r>
              <a:t>Section 2: Customer escalation analysis. EMP009 contributes to ast emp009 21 through recurring collaboration, clear ownership boundaries, and measurable outcomes. The team captures decisions, open issues, and handoffs so that knowledge remains discoverable for future programs.</a:t>
            </a:r>
          </a:p>
          <a:p>
            <a:pPr lvl="1"/>
            <a:r>
              <a:t>Section 3: Customer escalation analysis. EMP009 contributes to ast emp009 21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Emp009 21 - EMP009</a:t>
            </a:r>
          </a:p>
        </p:txBody>
      </p:sp>
      <p:sp>
        <p:nvSpPr>
          <p:cNvPr id="3" name="Content Placeholder 2"/>
          <p:cNvSpPr>
            <a:spLocks noGrp="1"/>
          </p:cNvSpPr>
          <p:nvPr>
            <p:ph idx="1"/>
          </p:nvPr>
        </p:nvSpPr>
        <p:spPr/>
        <p:txBody>
          <a:bodyPr/>
          <a:lstStyle/>
          <a:p>
            <a:r>
              <a:t>Slide 4: Executive Summary</a:t>
            </a:r>
          </a:p>
          <a:p>
            <a:pPr lvl="1"/>
            <a:r>
              <a:t>Section 1: Quarterly delivery milestones. EMP009 contributes to ast emp009 21 through recurring collaboration, clear ownership boundaries, and measurable outcomes. The team captures decisions, open issues, and handoffs so that knowledge remains discoverable for future programs.</a:t>
            </a:r>
          </a:p>
          <a:p>
            <a:pPr lvl="1"/>
            <a:r>
              <a:t>Section 2: Knowledge transfer and onboarding. EMP009 contributes to ast emp009 21 through recurring collaboration, clear ownership boundaries, and measurable outcomes. The team captures decisions, open issues, and handoffs so that knowledge remains discoverable for future programs.</a:t>
            </a:r>
          </a:p>
          <a:p>
            <a:pPr lvl="1"/>
            <a:r>
              <a:t>Section 3: Operational risk review. EMP009 contributes to ast emp009 21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Emp009 21 - EMP009</a:t>
            </a:r>
          </a:p>
        </p:txBody>
      </p:sp>
      <p:sp>
        <p:nvSpPr>
          <p:cNvPr id="3" name="Content Placeholder 2"/>
          <p:cNvSpPr>
            <a:spLocks noGrp="1"/>
          </p:cNvSpPr>
          <p:nvPr>
            <p:ph idx="1"/>
          </p:nvPr>
        </p:nvSpPr>
        <p:spPr/>
        <p:txBody>
          <a:bodyPr/>
          <a:lstStyle/>
          <a:p>
            <a:r>
              <a:t>Slide 5: Executive Summary</a:t>
            </a:r>
          </a:p>
          <a:p>
            <a:pPr lvl="1"/>
            <a:r>
              <a:t>Section 1: Fabric semantic model planning. EMP009 contributes to ast emp009 21 through recurring collaboration, clear ownership boundaries, and measurable outcomes. The team captures decisions, open issues, and handoffs so that knowledge remains discoverable for future programs.</a:t>
            </a:r>
          </a:p>
          <a:p>
            <a:pPr lvl="1"/>
            <a:r>
              <a:t>Section 2: Fabric semantic model planning. EMP009 contributes to ast emp009 21 through recurring collaboration, clear ownership boundaries, and measurable outcomes. The team captures decisions, open issues, and handoffs so that knowledge remains discoverable for future programs.</a:t>
            </a:r>
          </a:p>
          <a:p>
            <a:pPr lvl="1"/>
            <a:r>
              <a:t>Section 3: Quarterly delivery milestones. EMP009 contributes to ast emp009 21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