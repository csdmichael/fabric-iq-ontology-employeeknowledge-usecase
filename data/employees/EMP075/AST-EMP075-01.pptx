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Emp075 01 - EMP075</a:t>
            </a:r>
          </a:p>
        </p:txBody>
      </p:sp>
      <p:sp>
        <p:nvSpPr>
          <p:cNvPr id="3" name="Content Placeholder 2"/>
          <p:cNvSpPr>
            <a:spLocks noGrp="1"/>
          </p:cNvSpPr>
          <p:nvPr>
            <p:ph idx="1"/>
          </p:nvPr>
        </p:nvSpPr>
        <p:spPr/>
        <p:txBody>
          <a:bodyPr/>
          <a:lstStyle/>
          <a:p>
            <a:r>
              <a:t>Slide 1: Executive Summary</a:t>
            </a:r>
          </a:p>
          <a:p>
            <a:pPr lvl="1"/>
            <a:r>
              <a:t>Section 1: Department KPI performance. EMP075 contributes to ast emp075 01 through recurring collaboration, clear ownership boundaries, and measurable outcomes. The team captures decisions, open issues, and handoffs so that knowledge remains discoverable for future programs.</a:t>
            </a:r>
          </a:p>
          <a:p>
            <a:pPr lvl="1"/>
            <a:r>
              <a:t>Section 2: Department KPI performance. EMP075 contributes to ast emp075 01 through recurring collaboration, clear ownership boundaries, and measurable outcomes. The team captures decisions, open issues, and handoffs so that knowledge remains discoverable for future programs.</a:t>
            </a:r>
          </a:p>
          <a:p>
            <a:pPr lvl="1"/>
            <a:r>
              <a:t>Section 3: Quarterly delivery milestones. EMP075 contributes to ast emp075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Emp075 01 - EMP075</a:t>
            </a:r>
          </a:p>
        </p:txBody>
      </p:sp>
      <p:sp>
        <p:nvSpPr>
          <p:cNvPr id="3" name="Content Placeholder 2"/>
          <p:cNvSpPr>
            <a:spLocks noGrp="1"/>
          </p:cNvSpPr>
          <p:nvPr>
            <p:ph idx="1"/>
          </p:nvPr>
        </p:nvSpPr>
        <p:spPr/>
        <p:txBody>
          <a:bodyPr/>
          <a:lstStyle/>
          <a:p>
            <a:r>
              <a:t>Slide 2: Executive Summary</a:t>
            </a:r>
          </a:p>
          <a:p>
            <a:pPr lvl="1"/>
            <a:r>
              <a:t>Section 1: Fabric semantic model planning. EMP075 contributes to ast emp075 01 through recurring collaboration, clear ownership boundaries, and measurable outcomes. The team captures decisions, open issues, and handoffs so that knowledge remains discoverable for future programs.</a:t>
            </a:r>
          </a:p>
          <a:p>
            <a:pPr lvl="1"/>
            <a:r>
              <a:t>Section 2: Automation backlog refinement. EMP075 contributes to ast emp075 01 through recurring collaboration, clear ownership boundaries, and measurable outcomes. The team captures decisions, open issues, and handoffs so that knowledge remains discoverable for future programs.</a:t>
            </a:r>
          </a:p>
          <a:p>
            <a:pPr lvl="1"/>
            <a:r>
              <a:t>Section 3: Customer escalation analysis. EMP075 contributes to ast emp075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Emp075 01 - EMP075</a:t>
            </a:r>
          </a:p>
        </p:txBody>
      </p:sp>
      <p:sp>
        <p:nvSpPr>
          <p:cNvPr id="3" name="Content Placeholder 2"/>
          <p:cNvSpPr>
            <a:spLocks noGrp="1"/>
          </p:cNvSpPr>
          <p:nvPr>
            <p:ph idx="1"/>
          </p:nvPr>
        </p:nvSpPr>
        <p:spPr/>
        <p:txBody>
          <a:bodyPr/>
          <a:lstStyle/>
          <a:p>
            <a:r>
              <a:t>Slide 3: Executive Summary</a:t>
            </a:r>
          </a:p>
          <a:p>
            <a:pPr lvl="1"/>
            <a:r>
              <a:t>Section 1: Automation backlog refinement. EMP075 contributes to ast emp075 01 through recurring collaboration, clear ownership boundaries, and measurable outcomes. The team captures decisions, open issues, and handoffs so that knowledge remains discoverable for future programs.</a:t>
            </a:r>
          </a:p>
          <a:p>
            <a:pPr lvl="1"/>
            <a:r>
              <a:t>Section 2: Operational risk review. EMP075 contributes to ast emp075 01 through recurring collaboration, clear ownership boundaries, and measurable outcomes. The team captures decisions, open issues, and handoffs so that knowledge remains discoverable for future programs.</a:t>
            </a:r>
          </a:p>
          <a:p>
            <a:pPr lvl="1"/>
            <a:r>
              <a:t>Section 3: Quarterly delivery milestones. EMP075 contributes to ast emp075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Emp075 01 - EMP075</a:t>
            </a:r>
          </a:p>
        </p:txBody>
      </p:sp>
      <p:sp>
        <p:nvSpPr>
          <p:cNvPr id="3" name="Content Placeholder 2"/>
          <p:cNvSpPr>
            <a:spLocks noGrp="1"/>
          </p:cNvSpPr>
          <p:nvPr>
            <p:ph idx="1"/>
          </p:nvPr>
        </p:nvSpPr>
        <p:spPr/>
        <p:txBody>
          <a:bodyPr/>
          <a:lstStyle/>
          <a:p>
            <a:r>
              <a:t>Slide 4: Executive Summary</a:t>
            </a:r>
          </a:p>
          <a:p>
            <a:pPr lvl="1"/>
            <a:r>
              <a:t>Section 1: Automation backlog refinement. EMP075 contributes to ast emp075 01 through recurring collaboration, clear ownership boundaries, and measurable outcomes. The team captures decisions, open issues, and handoffs so that knowledge remains discoverable for future programs.</a:t>
            </a:r>
          </a:p>
          <a:p>
            <a:pPr lvl="1"/>
            <a:r>
              <a:t>Section 2: Quarterly delivery milestones. EMP075 contributes to ast emp075 01 through recurring collaboration, clear ownership boundaries, and measurable outcomes. The team captures decisions, open issues, and handoffs so that knowledge remains discoverable for future programs.</a:t>
            </a:r>
          </a:p>
          <a:p>
            <a:pPr lvl="1"/>
            <a:r>
              <a:t>Section 3: Quarterly delivery milestones. EMP075 contributes to ast emp075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Emp075 01 - EMP075</a:t>
            </a:r>
          </a:p>
        </p:txBody>
      </p:sp>
      <p:sp>
        <p:nvSpPr>
          <p:cNvPr id="3" name="Content Placeholder 2"/>
          <p:cNvSpPr>
            <a:spLocks noGrp="1"/>
          </p:cNvSpPr>
          <p:nvPr>
            <p:ph idx="1"/>
          </p:nvPr>
        </p:nvSpPr>
        <p:spPr/>
        <p:txBody>
          <a:bodyPr/>
          <a:lstStyle/>
          <a:p>
            <a:r>
              <a:t>Slide 5: Executive Summary</a:t>
            </a:r>
          </a:p>
          <a:p>
            <a:pPr lvl="1"/>
            <a:r>
              <a:t>Section 1: Operational risk review. EMP075 contributes to ast emp075 01 through recurring collaboration, clear ownership boundaries, and measurable outcomes. The team captures decisions, open issues, and handoffs so that knowledge remains discoverable for future programs.</a:t>
            </a:r>
          </a:p>
          <a:p>
            <a:pPr lvl="1"/>
            <a:r>
              <a:t>Section 2: Department KPI performance. EMP075 contributes to ast emp075 01 through recurring collaboration, clear ownership boundaries, and measurable outcomes. The team captures decisions, open issues, and handoffs so that knowledge remains discoverable for future programs.</a:t>
            </a:r>
          </a:p>
          <a:p>
            <a:pPr lvl="1"/>
            <a:r>
              <a:t>Section 3: Quarterly delivery milestones. EMP075 contributes to ast emp075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