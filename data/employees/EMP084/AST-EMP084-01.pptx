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Emp084 01 - EMP084</a:t>
            </a:r>
          </a:p>
        </p:txBody>
      </p:sp>
      <p:sp>
        <p:nvSpPr>
          <p:cNvPr id="3" name="Content Placeholder 2"/>
          <p:cNvSpPr>
            <a:spLocks noGrp="1"/>
          </p:cNvSpPr>
          <p:nvPr>
            <p:ph idx="1"/>
          </p:nvPr>
        </p:nvSpPr>
        <p:spPr/>
        <p:txBody>
          <a:bodyPr/>
          <a:lstStyle/>
          <a:p>
            <a:r>
              <a:t>Slide 1: Executive Summary</a:t>
            </a:r>
          </a:p>
          <a:p>
            <a:pPr lvl="1"/>
            <a:r>
              <a:t>Section 1: Quarterly delivery milestones. EMP084 contributes to ast emp084 01 through recurring collaboration, clear ownership boundaries, and measurable outcomes. The team captures decisions, open issues, and handoffs so that knowledge remains discoverable for future programs.</a:t>
            </a:r>
          </a:p>
          <a:p>
            <a:pPr lvl="1"/>
            <a:r>
              <a:t>Section 2: Knowledge transfer and onboarding. EMP084 contributes to ast emp084 01 through recurring collaboration, clear ownership boundaries, and measurable outcomes. The team captures decisions, open issues, and handoffs so that knowledge remains discoverable for future programs.</a:t>
            </a:r>
          </a:p>
          <a:p>
            <a:pPr lvl="1"/>
            <a:r>
              <a:t>Section 3: Quarterly delivery milestones. EMP084 contributes to ast emp084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Emp084 01 - EMP084</a:t>
            </a:r>
          </a:p>
        </p:txBody>
      </p:sp>
      <p:sp>
        <p:nvSpPr>
          <p:cNvPr id="3" name="Content Placeholder 2"/>
          <p:cNvSpPr>
            <a:spLocks noGrp="1"/>
          </p:cNvSpPr>
          <p:nvPr>
            <p:ph idx="1"/>
          </p:nvPr>
        </p:nvSpPr>
        <p:spPr/>
        <p:txBody>
          <a:bodyPr/>
          <a:lstStyle/>
          <a:p>
            <a:r>
              <a:t>Slide 2: Executive Summary</a:t>
            </a:r>
          </a:p>
          <a:p>
            <a:pPr lvl="1"/>
            <a:r>
              <a:t>Section 1: Knowledge transfer and onboarding. EMP084 contributes to ast emp084 01 through recurring collaboration, clear ownership boundaries, and measurable outcomes. The team captures decisions, open issues, and handoffs so that knowledge remains discoverable for future programs.</a:t>
            </a:r>
          </a:p>
          <a:p>
            <a:pPr lvl="1"/>
            <a:r>
              <a:t>Section 2: Department KPI performance. EMP084 contributes to ast emp084 01 through recurring collaboration, clear ownership boundaries, and measurable outcomes. The team captures decisions, open issues, and handoffs so that knowledge remains discoverable for future programs.</a:t>
            </a:r>
          </a:p>
          <a:p>
            <a:pPr lvl="1"/>
            <a:r>
              <a:t>Section 3: Operational risk review. EMP084 contributes to ast emp084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Emp084 01 - EMP084</a:t>
            </a:r>
          </a:p>
        </p:txBody>
      </p:sp>
      <p:sp>
        <p:nvSpPr>
          <p:cNvPr id="3" name="Content Placeholder 2"/>
          <p:cNvSpPr>
            <a:spLocks noGrp="1"/>
          </p:cNvSpPr>
          <p:nvPr>
            <p:ph idx="1"/>
          </p:nvPr>
        </p:nvSpPr>
        <p:spPr/>
        <p:txBody>
          <a:bodyPr/>
          <a:lstStyle/>
          <a:p>
            <a:r>
              <a:t>Slide 3: Executive Summary</a:t>
            </a:r>
          </a:p>
          <a:p>
            <a:pPr lvl="1"/>
            <a:r>
              <a:t>Section 1: Department KPI performance. EMP084 contributes to ast emp084 01 through recurring collaboration, clear ownership boundaries, and measurable outcomes. The team captures decisions, open issues, and handoffs so that knowledge remains discoverable for future programs.</a:t>
            </a:r>
          </a:p>
          <a:p>
            <a:pPr lvl="1"/>
            <a:r>
              <a:t>Section 2: Operational risk review. EMP084 contributes to ast emp084 01 through recurring collaboration, clear ownership boundaries, and measurable outcomes. The team captures decisions, open issues, and handoffs so that knowledge remains discoverable for future programs.</a:t>
            </a:r>
          </a:p>
          <a:p>
            <a:pPr lvl="1"/>
            <a:r>
              <a:t>Section 3: Knowledge transfer and onboarding. EMP084 contributes to ast emp084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Emp084 01 - EMP084</a:t>
            </a:r>
          </a:p>
        </p:txBody>
      </p:sp>
      <p:sp>
        <p:nvSpPr>
          <p:cNvPr id="3" name="Content Placeholder 2"/>
          <p:cNvSpPr>
            <a:spLocks noGrp="1"/>
          </p:cNvSpPr>
          <p:nvPr>
            <p:ph idx="1"/>
          </p:nvPr>
        </p:nvSpPr>
        <p:spPr/>
        <p:txBody>
          <a:bodyPr/>
          <a:lstStyle/>
          <a:p>
            <a:r>
              <a:t>Slide 4: Executive Summary</a:t>
            </a:r>
          </a:p>
          <a:p>
            <a:pPr lvl="1"/>
            <a:r>
              <a:t>Section 1: Fabric semantic model planning. EMP084 contributes to ast emp084 01 through recurring collaboration, clear ownership boundaries, and measurable outcomes. The team captures decisions, open issues, and handoffs so that knowledge remains discoverable for future programs.</a:t>
            </a:r>
          </a:p>
          <a:p>
            <a:pPr lvl="1"/>
            <a:r>
              <a:t>Section 2: Quarterly delivery milestones. EMP084 contributes to ast emp084 01 through recurring collaboration, clear ownership boundaries, and measurable outcomes. The team captures decisions, open issues, and handoffs so that knowledge remains discoverable for future programs.</a:t>
            </a:r>
          </a:p>
          <a:p>
            <a:pPr lvl="1"/>
            <a:r>
              <a:t>Section 3: Knowledge transfer and onboarding. EMP084 contributes to ast emp084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Emp084 01 - EMP084</a:t>
            </a:r>
          </a:p>
        </p:txBody>
      </p:sp>
      <p:sp>
        <p:nvSpPr>
          <p:cNvPr id="3" name="Content Placeholder 2"/>
          <p:cNvSpPr>
            <a:spLocks noGrp="1"/>
          </p:cNvSpPr>
          <p:nvPr>
            <p:ph idx="1"/>
          </p:nvPr>
        </p:nvSpPr>
        <p:spPr/>
        <p:txBody>
          <a:bodyPr/>
          <a:lstStyle/>
          <a:p>
            <a:r>
              <a:t>Slide 5: Executive Summary</a:t>
            </a:r>
          </a:p>
          <a:p>
            <a:pPr lvl="1"/>
            <a:r>
              <a:t>Section 1: Knowledge transfer and onboarding. EMP084 contributes to ast emp084 01 through recurring collaboration, clear ownership boundaries, and measurable outcomes. The team captures decisions, open issues, and handoffs so that knowledge remains discoverable for future programs.</a:t>
            </a:r>
          </a:p>
          <a:p>
            <a:pPr lvl="1"/>
            <a:r>
              <a:t>Section 2: Fabric semantic model planning. EMP084 contributes to ast emp084 01 through recurring collaboration, clear ownership boundaries, and measurable outcomes. The team captures decisions, open issues, and handoffs so that knowledge remains discoverable for future programs.</a:t>
            </a:r>
          </a:p>
          <a:p>
            <a:pPr lvl="1"/>
            <a:r>
              <a:t>Section 3: Quarterly delivery milestones. EMP084 contributes to ast emp084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