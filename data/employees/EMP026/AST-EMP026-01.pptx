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01 - EMP026</a:t>
            </a:r>
          </a:p>
        </p:txBody>
      </p:sp>
      <p:sp>
        <p:nvSpPr>
          <p:cNvPr id="3" name="Content Placeholder 2"/>
          <p:cNvSpPr>
            <a:spLocks noGrp="1"/>
          </p:cNvSpPr>
          <p:nvPr>
            <p:ph idx="1"/>
          </p:nvPr>
        </p:nvSpPr>
        <p:spPr/>
        <p:txBody>
          <a:bodyPr/>
          <a:lstStyle/>
          <a:p>
            <a:r>
              <a:t>Slide 1: Executive Summary</a:t>
            </a:r>
          </a:p>
          <a:p>
            <a:pPr lvl="1"/>
            <a:r>
              <a:t>Section 1: Customer escalation analysis. EMP026 contributes to ast emp026 01 through recurring collaboration, clear ownership boundaries, and measurable outcomes. The team captures decisions, open issues, and handoffs so that knowledge remains discoverable for future programs.</a:t>
            </a:r>
          </a:p>
          <a:p>
            <a:pPr lvl="1"/>
            <a:r>
              <a:t>Section 2: Knowledge transfer and onboarding. EMP026 contributes to ast emp026 01 through recurring collaboration, clear ownership boundaries, and measurable outcomes. The team captures decisions, open issues, and handoffs so that knowledge remains discoverable for future programs.</a:t>
            </a:r>
          </a:p>
          <a:p>
            <a:pPr lvl="1"/>
            <a:r>
              <a:t>Section 3: Automation backlog refinement. EMP026 contributes to ast emp026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01 - EMP026</a:t>
            </a:r>
          </a:p>
        </p:txBody>
      </p:sp>
      <p:sp>
        <p:nvSpPr>
          <p:cNvPr id="3" name="Content Placeholder 2"/>
          <p:cNvSpPr>
            <a:spLocks noGrp="1"/>
          </p:cNvSpPr>
          <p:nvPr>
            <p:ph idx="1"/>
          </p:nvPr>
        </p:nvSpPr>
        <p:spPr/>
        <p:txBody>
          <a:bodyPr/>
          <a:lstStyle/>
          <a:p>
            <a:r>
              <a:t>Slide 2: Executive Summary</a:t>
            </a:r>
          </a:p>
          <a:p>
            <a:pPr lvl="1"/>
            <a:r>
              <a:t>Section 1: Department KPI performance. EMP026 contributes to ast emp026 01 through recurring collaboration, clear ownership boundaries, and measurable outcomes. The team captures decisions, open issues, and handoffs so that knowledge remains discoverable for future programs.</a:t>
            </a:r>
          </a:p>
          <a:p>
            <a:pPr lvl="1"/>
            <a:r>
              <a:t>Section 2: Customer escalation analysis. EMP026 contributes to ast emp026 01 through recurring collaboration, clear ownership boundaries, and measurable outcomes. The team captures decisions, open issues, and handoffs so that knowledge remains discoverable for future programs.</a:t>
            </a:r>
          </a:p>
          <a:p>
            <a:pPr lvl="1"/>
            <a:r>
              <a:t>Section 3: Department KPI performance. EMP026 contributes to ast emp026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01 - EMP026</a:t>
            </a:r>
          </a:p>
        </p:txBody>
      </p:sp>
      <p:sp>
        <p:nvSpPr>
          <p:cNvPr id="3" name="Content Placeholder 2"/>
          <p:cNvSpPr>
            <a:spLocks noGrp="1"/>
          </p:cNvSpPr>
          <p:nvPr>
            <p:ph idx="1"/>
          </p:nvPr>
        </p:nvSpPr>
        <p:spPr/>
        <p:txBody>
          <a:bodyPr/>
          <a:lstStyle/>
          <a:p>
            <a:r>
              <a:t>Slide 3: Executive Summary</a:t>
            </a:r>
          </a:p>
          <a:p>
            <a:pPr lvl="1"/>
            <a:r>
              <a:t>Section 1: Automation backlog refinement. EMP026 contributes to ast emp026 01 through recurring collaboration, clear ownership boundaries, and measurable outcomes. The team captures decisions, open issues, and handoffs so that knowledge remains discoverable for future programs.</a:t>
            </a:r>
          </a:p>
          <a:p>
            <a:pPr lvl="1"/>
            <a:r>
              <a:t>Section 2: Data quality remediation. EMP026 contributes to ast emp026 01 through recurring collaboration, clear ownership boundaries, and measurable outcomes. The team captures decisions, open issues, and handoffs so that knowledge remains discoverable for future programs.</a:t>
            </a:r>
          </a:p>
          <a:p>
            <a:pPr lvl="1"/>
            <a:r>
              <a:t>Section 3: Quarterly delivery milestones. EMP026 contributes to ast emp026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01 - EMP026</a:t>
            </a:r>
          </a:p>
        </p:txBody>
      </p:sp>
      <p:sp>
        <p:nvSpPr>
          <p:cNvPr id="3" name="Content Placeholder 2"/>
          <p:cNvSpPr>
            <a:spLocks noGrp="1"/>
          </p:cNvSpPr>
          <p:nvPr>
            <p:ph idx="1"/>
          </p:nvPr>
        </p:nvSpPr>
        <p:spPr/>
        <p:txBody>
          <a:bodyPr/>
          <a:lstStyle/>
          <a:p>
            <a:r>
              <a:t>Slide 4: Executive Summary</a:t>
            </a:r>
          </a:p>
          <a:p>
            <a:pPr lvl="1"/>
            <a:r>
              <a:t>Section 1: Data quality remediation. EMP026 contributes to ast emp026 01 through recurring collaboration, clear ownership boundaries, and measurable outcomes. The team captures decisions, open issues, and handoffs so that knowledge remains discoverable for future programs.</a:t>
            </a:r>
          </a:p>
          <a:p>
            <a:pPr lvl="1"/>
            <a:r>
              <a:t>Section 2: Data quality remediation. EMP026 contributes to ast emp026 01 through recurring collaboration, clear ownership boundaries, and measurable outcomes. The team captures decisions, open issues, and handoffs so that knowledge remains discoverable for future programs.</a:t>
            </a:r>
          </a:p>
          <a:p>
            <a:pPr lvl="1"/>
            <a:r>
              <a:t>Section 3: Customer escalation analysis. EMP026 contributes to ast emp026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01 - EMP026</a:t>
            </a:r>
          </a:p>
        </p:txBody>
      </p:sp>
      <p:sp>
        <p:nvSpPr>
          <p:cNvPr id="3" name="Content Placeholder 2"/>
          <p:cNvSpPr>
            <a:spLocks noGrp="1"/>
          </p:cNvSpPr>
          <p:nvPr>
            <p:ph idx="1"/>
          </p:nvPr>
        </p:nvSpPr>
        <p:spPr/>
        <p:txBody>
          <a:bodyPr/>
          <a:lstStyle/>
          <a:p>
            <a:r>
              <a:t>Slide 5: Executive Summary</a:t>
            </a:r>
          </a:p>
          <a:p>
            <a:pPr lvl="1"/>
            <a:r>
              <a:t>Section 1: Data quality remediation. EMP026 contributes to ast emp026 01 through recurring collaboration, clear ownership boundaries, and measurable outcomes. The team captures decisions, open issues, and handoffs so that knowledge remains discoverable for future programs.</a:t>
            </a:r>
          </a:p>
          <a:p>
            <a:pPr lvl="1"/>
            <a:r>
              <a:t>Section 2: Knowledge transfer and onboarding. EMP026 contributes to ast emp026 01 through recurring collaboration, clear ownership boundaries, and measurable outcomes. The team captures decisions, open issues, and handoffs so that knowledge remains discoverable for future programs.</a:t>
            </a:r>
          </a:p>
          <a:p>
            <a:pPr lvl="1"/>
            <a:r>
              <a:t>Section 3: Data quality remediation. EMP026 contributes to ast emp026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