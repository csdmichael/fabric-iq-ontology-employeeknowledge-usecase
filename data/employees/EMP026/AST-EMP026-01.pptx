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Avery Wilson | Manager | HR</a:t>
            </a:r>
          </a:p>
          <a:p>
            <a:r>
              <a:t>Prepared: 2025-01-28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 Talent Acquisition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Q2 Talent Acquisition Update for HR department.</a:t>
            </a:r>
          </a:p>
          <a:p>
            <a:r>
              <a:t>Responsible: Avery Wilson (Manager)</a:t>
            </a:r>
          </a:p>
          <a:p>
            <a:r>
              <a:t>Location: Bengaluru | Skills: Synapse, Python, TypeScript, Ontology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 Engagement Scores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Employee Engagement Scores for HR department.</a:t>
            </a:r>
          </a:p>
          <a:p>
            <a:r>
              <a:t>Responsible: Avery Wilson (Manager)</a:t>
            </a:r>
          </a:p>
          <a:p>
            <a:r>
              <a:t>Location: Bengaluru | Skills: Synapse, Python, TypeScript, Ontology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&amp; Development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Learning &amp; Development Roadmap for HR department.</a:t>
            </a:r>
          </a:p>
          <a:p>
            <a:r>
              <a:t>Responsible: Avery Wilson (Manager)</a:t>
            </a:r>
          </a:p>
          <a:p>
            <a:r>
              <a:t>Location: Bengaluru | Skills: Synapse, Python, TypeScript, Ontology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