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Emp026 11 - EMP026</a:t>
            </a:r>
          </a:p>
        </p:txBody>
      </p:sp>
      <p:sp>
        <p:nvSpPr>
          <p:cNvPr id="3" name="Content Placeholder 2"/>
          <p:cNvSpPr>
            <a:spLocks noGrp="1"/>
          </p:cNvSpPr>
          <p:nvPr>
            <p:ph idx="1"/>
          </p:nvPr>
        </p:nvSpPr>
        <p:spPr/>
        <p:txBody>
          <a:bodyPr/>
          <a:lstStyle/>
          <a:p>
            <a:r>
              <a:t>Slide 1: Executive Summary</a:t>
            </a:r>
          </a:p>
          <a:p>
            <a:pPr lvl="1"/>
            <a:r>
              <a:t>Section 1: Operational risk review. EMP026 contributes to ast emp026 11 through recurring collaboration, clear ownership boundaries, and measurable outcomes. The team captures decisions, open issues, and handoffs so that knowledge remains discoverable for future programs.</a:t>
            </a:r>
          </a:p>
          <a:p>
            <a:pPr lvl="1"/>
            <a:r>
              <a:t>Section 2: Data quality remediation. EMP026 contributes to ast emp026 11 through recurring collaboration, clear ownership boundaries, and measurable outcomes. The team captures decisions, open issues, and handoffs so that knowledge remains discoverable for future programs.</a:t>
            </a:r>
          </a:p>
          <a:p>
            <a:pPr lvl="1"/>
            <a:r>
              <a:t>Section 3: Knowledge transfer and onboarding. EMP026 contributes to ast emp026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Emp026 11 - EMP026</a:t>
            </a:r>
          </a:p>
        </p:txBody>
      </p:sp>
      <p:sp>
        <p:nvSpPr>
          <p:cNvPr id="3" name="Content Placeholder 2"/>
          <p:cNvSpPr>
            <a:spLocks noGrp="1"/>
          </p:cNvSpPr>
          <p:nvPr>
            <p:ph idx="1"/>
          </p:nvPr>
        </p:nvSpPr>
        <p:spPr/>
        <p:txBody>
          <a:bodyPr/>
          <a:lstStyle/>
          <a:p>
            <a:r>
              <a:t>Slide 2: Executive Summary</a:t>
            </a:r>
          </a:p>
          <a:p>
            <a:pPr lvl="1"/>
            <a:r>
              <a:t>Section 1: Customer escalation analysis. EMP026 contributes to ast emp026 11 through recurring collaboration, clear ownership boundaries, and measurable outcomes. The team captures decisions, open issues, and handoffs so that knowledge remains discoverable for future programs.</a:t>
            </a:r>
          </a:p>
          <a:p>
            <a:pPr lvl="1"/>
            <a:r>
              <a:t>Section 2: Fabric semantic model planning. EMP026 contributes to ast emp026 11 through recurring collaboration, clear ownership boundaries, and measurable outcomes. The team captures decisions, open issues, and handoffs so that knowledge remains discoverable for future programs.</a:t>
            </a:r>
          </a:p>
          <a:p>
            <a:pPr lvl="1"/>
            <a:r>
              <a:t>Section 3: Data quality remediation. EMP026 contributes to ast emp026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Emp026 11 - EMP026</a:t>
            </a:r>
          </a:p>
        </p:txBody>
      </p:sp>
      <p:sp>
        <p:nvSpPr>
          <p:cNvPr id="3" name="Content Placeholder 2"/>
          <p:cNvSpPr>
            <a:spLocks noGrp="1"/>
          </p:cNvSpPr>
          <p:nvPr>
            <p:ph idx="1"/>
          </p:nvPr>
        </p:nvSpPr>
        <p:spPr/>
        <p:txBody>
          <a:bodyPr/>
          <a:lstStyle/>
          <a:p>
            <a:r>
              <a:t>Slide 3: Executive Summary</a:t>
            </a:r>
          </a:p>
          <a:p>
            <a:pPr lvl="1"/>
            <a:r>
              <a:t>Section 1: Department KPI performance. EMP026 contributes to ast emp026 11 through recurring collaboration, clear ownership boundaries, and measurable outcomes. The team captures decisions, open issues, and handoffs so that knowledge remains discoverable for future programs.</a:t>
            </a:r>
          </a:p>
          <a:p>
            <a:pPr lvl="1"/>
            <a:r>
              <a:t>Section 2: Data quality remediation. EMP026 contributes to ast emp026 11 through recurring collaboration, clear ownership boundaries, and measurable outcomes. The team captures decisions, open issues, and handoffs so that knowledge remains discoverable for future programs.</a:t>
            </a:r>
          </a:p>
          <a:p>
            <a:pPr lvl="1"/>
            <a:r>
              <a:t>Section 3: Department KPI performance. EMP026 contributes to ast emp026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Emp026 11 - EMP026</a:t>
            </a:r>
          </a:p>
        </p:txBody>
      </p:sp>
      <p:sp>
        <p:nvSpPr>
          <p:cNvPr id="3" name="Content Placeholder 2"/>
          <p:cNvSpPr>
            <a:spLocks noGrp="1"/>
          </p:cNvSpPr>
          <p:nvPr>
            <p:ph idx="1"/>
          </p:nvPr>
        </p:nvSpPr>
        <p:spPr/>
        <p:txBody>
          <a:bodyPr/>
          <a:lstStyle/>
          <a:p>
            <a:r>
              <a:t>Slide 4: Executive Summary</a:t>
            </a:r>
          </a:p>
          <a:p>
            <a:pPr lvl="1"/>
            <a:r>
              <a:t>Section 1: Data quality remediation. EMP026 contributes to ast emp026 11 through recurring collaboration, clear ownership boundaries, and measurable outcomes. The team captures decisions, open issues, and handoffs so that knowledge remains discoverable for future programs.</a:t>
            </a:r>
          </a:p>
          <a:p>
            <a:pPr lvl="1"/>
            <a:r>
              <a:t>Section 2: Data quality remediation. EMP026 contributes to ast emp026 11 through recurring collaboration, clear ownership boundaries, and measurable outcomes. The team captures decisions, open issues, and handoffs so that knowledge remains discoverable for future programs.</a:t>
            </a:r>
          </a:p>
          <a:p>
            <a:pPr lvl="1"/>
            <a:r>
              <a:t>Section 3: Customer escalation analysis. EMP026 contributes to ast emp026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Emp026 11 - EMP026</a:t>
            </a:r>
          </a:p>
        </p:txBody>
      </p:sp>
      <p:sp>
        <p:nvSpPr>
          <p:cNvPr id="3" name="Content Placeholder 2"/>
          <p:cNvSpPr>
            <a:spLocks noGrp="1"/>
          </p:cNvSpPr>
          <p:nvPr>
            <p:ph idx="1"/>
          </p:nvPr>
        </p:nvSpPr>
        <p:spPr/>
        <p:txBody>
          <a:bodyPr/>
          <a:lstStyle/>
          <a:p>
            <a:r>
              <a:t>Slide 5: Executive Summary</a:t>
            </a:r>
          </a:p>
          <a:p>
            <a:pPr lvl="1"/>
            <a:r>
              <a:t>Section 1: Fabric semantic model planning. EMP026 contributes to ast emp026 11 through recurring collaboration, clear ownership boundaries, and measurable outcomes. The team captures decisions, open issues, and handoffs so that knowledge remains discoverable for future programs.</a:t>
            </a:r>
          </a:p>
          <a:p>
            <a:pPr lvl="1"/>
            <a:r>
              <a:t>Section 2: Department KPI performance. EMP026 contributes to ast emp026 11 through recurring collaboration, clear ownership boundaries, and measurable outcomes. The team captures decisions, open issues, and handoffs so that knowledge remains discoverable for future programs.</a:t>
            </a:r>
          </a:p>
          <a:p>
            <a:pPr lvl="1"/>
            <a:r>
              <a:t>Section 3: Operational risk review. EMP026 contributes to ast emp026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