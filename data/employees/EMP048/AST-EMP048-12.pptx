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Emp048 12 - EMP048</a:t>
            </a:r>
          </a:p>
        </p:txBody>
      </p:sp>
      <p:sp>
        <p:nvSpPr>
          <p:cNvPr id="3" name="Content Placeholder 2"/>
          <p:cNvSpPr>
            <a:spLocks noGrp="1"/>
          </p:cNvSpPr>
          <p:nvPr>
            <p:ph idx="1"/>
          </p:nvPr>
        </p:nvSpPr>
        <p:spPr/>
        <p:txBody>
          <a:bodyPr/>
          <a:lstStyle/>
          <a:p>
            <a:r>
              <a:t>Slide 1: Executive Summary</a:t>
            </a:r>
          </a:p>
          <a:p>
            <a:pPr lvl="1"/>
            <a:r>
              <a:t>Section 1: Quarterly delivery milestones. EMP048 contributes to ast emp048 12 through recurring collaboration, clear ownership boundaries, and measurable outcomes. The team captures decisions, open issues, and handoffs so that knowledge remains discoverable for future programs.</a:t>
            </a:r>
          </a:p>
          <a:p>
            <a:pPr lvl="1"/>
            <a:r>
              <a:t>Section 2: Department KPI performance. EMP048 contributes to ast emp048 12 through recurring collaboration, clear ownership boundaries, and measurable outcomes. The team captures decisions, open issues, and handoffs so that knowledge remains discoverable for future programs.</a:t>
            </a:r>
          </a:p>
          <a:p>
            <a:pPr lvl="1"/>
            <a:r>
              <a:t>Section 3: Department KPI performance. EMP048 contributes to ast emp048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Emp048 12 - EMP048</a:t>
            </a:r>
          </a:p>
        </p:txBody>
      </p:sp>
      <p:sp>
        <p:nvSpPr>
          <p:cNvPr id="3" name="Content Placeholder 2"/>
          <p:cNvSpPr>
            <a:spLocks noGrp="1"/>
          </p:cNvSpPr>
          <p:nvPr>
            <p:ph idx="1"/>
          </p:nvPr>
        </p:nvSpPr>
        <p:spPr/>
        <p:txBody>
          <a:bodyPr/>
          <a:lstStyle/>
          <a:p>
            <a:r>
              <a:t>Slide 2: Executive Summary</a:t>
            </a:r>
          </a:p>
          <a:p>
            <a:pPr lvl="1"/>
            <a:r>
              <a:t>Section 1: Operational risk review. EMP048 contributes to ast emp048 12 through recurring collaboration, clear ownership boundaries, and measurable outcomes. The team captures decisions, open issues, and handoffs so that knowledge remains discoverable for future programs.</a:t>
            </a:r>
          </a:p>
          <a:p>
            <a:pPr lvl="1"/>
            <a:r>
              <a:t>Section 2: Department KPI performance. EMP048 contributes to ast emp048 12 through recurring collaboration, clear ownership boundaries, and measurable outcomes. The team captures decisions, open issues, and handoffs so that knowledge remains discoverable for future programs.</a:t>
            </a:r>
          </a:p>
          <a:p>
            <a:pPr lvl="1"/>
            <a:r>
              <a:t>Section 3: Operational risk review. EMP048 contributes to ast emp048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Emp048 12 - EMP048</a:t>
            </a:r>
          </a:p>
        </p:txBody>
      </p:sp>
      <p:sp>
        <p:nvSpPr>
          <p:cNvPr id="3" name="Content Placeholder 2"/>
          <p:cNvSpPr>
            <a:spLocks noGrp="1"/>
          </p:cNvSpPr>
          <p:nvPr>
            <p:ph idx="1"/>
          </p:nvPr>
        </p:nvSpPr>
        <p:spPr/>
        <p:txBody>
          <a:bodyPr/>
          <a:lstStyle/>
          <a:p>
            <a:r>
              <a:t>Slide 3: Executive Summary</a:t>
            </a:r>
          </a:p>
          <a:p>
            <a:pPr lvl="1"/>
            <a:r>
              <a:t>Section 1: Quarterly delivery milestones. EMP048 contributes to ast emp048 12 through recurring collaboration, clear ownership boundaries, and measurable outcomes. The team captures decisions, open issues, and handoffs so that knowledge remains discoverable for future programs.</a:t>
            </a:r>
          </a:p>
          <a:p>
            <a:pPr lvl="1"/>
            <a:r>
              <a:t>Section 2: Operational risk review. EMP048 contributes to ast emp048 12 through recurring collaboration, clear ownership boundaries, and measurable outcomes. The team captures decisions, open issues, and handoffs so that knowledge remains discoverable for future programs.</a:t>
            </a:r>
          </a:p>
          <a:p>
            <a:pPr lvl="1"/>
            <a:r>
              <a:t>Section 3: Data quality remediation. EMP048 contributes to ast emp048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Emp048 12 - EMP048</a:t>
            </a:r>
          </a:p>
        </p:txBody>
      </p:sp>
      <p:sp>
        <p:nvSpPr>
          <p:cNvPr id="3" name="Content Placeholder 2"/>
          <p:cNvSpPr>
            <a:spLocks noGrp="1"/>
          </p:cNvSpPr>
          <p:nvPr>
            <p:ph idx="1"/>
          </p:nvPr>
        </p:nvSpPr>
        <p:spPr/>
        <p:txBody>
          <a:bodyPr/>
          <a:lstStyle/>
          <a:p>
            <a:r>
              <a:t>Slide 4: Executive Summary</a:t>
            </a:r>
          </a:p>
          <a:p>
            <a:pPr lvl="1"/>
            <a:r>
              <a:t>Section 1: Automation backlog refinement. EMP048 contributes to ast emp048 12 through recurring collaboration, clear ownership boundaries, and measurable outcomes. The team captures decisions, open issues, and handoffs so that knowledge remains discoverable for future programs.</a:t>
            </a:r>
          </a:p>
          <a:p>
            <a:pPr lvl="1"/>
            <a:r>
              <a:t>Section 2: Fabric semantic model planning. EMP048 contributes to ast emp048 12 through recurring collaboration, clear ownership boundaries, and measurable outcomes. The team captures decisions, open issues, and handoffs so that knowledge remains discoverable for future programs.</a:t>
            </a:r>
          </a:p>
          <a:p>
            <a:pPr lvl="1"/>
            <a:r>
              <a:t>Section 3: Data quality remediation. EMP048 contributes to ast emp048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Emp048 12 - EMP048</a:t>
            </a:r>
          </a:p>
        </p:txBody>
      </p:sp>
      <p:sp>
        <p:nvSpPr>
          <p:cNvPr id="3" name="Content Placeholder 2"/>
          <p:cNvSpPr>
            <a:spLocks noGrp="1"/>
          </p:cNvSpPr>
          <p:nvPr>
            <p:ph idx="1"/>
          </p:nvPr>
        </p:nvSpPr>
        <p:spPr/>
        <p:txBody>
          <a:bodyPr/>
          <a:lstStyle/>
          <a:p>
            <a:r>
              <a:t>Slide 5: Executive Summary</a:t>
            </a:r>
          </a:p>
          <a:p>
            <a:pPr lvl="1"/>
            <a:r>
              <a:t>Section 1: Customer escalation analysis. EMP048 contributes to ast emp048 12 through recurring collaboration, clear ownership boundaries, and measurable outcomes. The team captures decisions, open issues, and handoffs so that knowledge remains discoverable for future programs.</a:t>
            </a:r>
          </a:p>
          <a:p>
            <a:pPr lvl="1"/>
            <a:r>
              <a:t>Section 2: Data quality remediation. EMP048 contributes to ast emp048 12 through recurring collaboration, clear ownership boundaries, and measurable outcomes. The team captures decisions, open issues, and handoffs so that knowledge remains discoverable for future programs.</a:t>
            </a:r>
          </a:p>
          <a:p>
            <a:pPr lvl="1"/>
            <a:r>
              <a:t>Section 3: Automation backlog refinement. EMP048 contributes to ast emp048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