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EMP039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Drew Kim | Director | R&amp;D</a:t>
            </a:r>
          </a:p>
          <a:p>
            <a:r>
              <a:t>Prepared: 2025-02-10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Portfolio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Research Portfolio Status for R&amp;D department.</a:t>
            </a:r>
          </a:p>
          <a:p>
            <a:r>
              <a:t>Responsible: Drew Kim (Director)</a:t>
            </a:r>
          </a:p>
          <a:p>
            <a:r>
              <a:t>Location: Fremont | Skills: Python, SQL, Fabric, Ontology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IP Filing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IP Filing Pipeline for R&amp;D department.</a:t>
            </a:r>
          </a:p>
          <a:p>
            <a:r>
              <a:t>Responsible: Drew Kim (Director)</a:t>
            </a:r>
          </a:p>
          <a:p>
            <a:r>
              <a:t>Location: Fremont | Skills: Python, SQL, Fabric, Ontology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Readiness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Technology Readiness Levels for R&amp;D department.</a:t>
            </a:r>
          </a:p>
          <a:p>
            <a:r>
              <a:t>Responsible: Drew Kim (Director)</a:t>
            </a:r>
          </a:p>
          <a:p>
            <a:r>
              <a:t>Location: Fremont | Skills: Python, SQL, Fabric, Ontology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