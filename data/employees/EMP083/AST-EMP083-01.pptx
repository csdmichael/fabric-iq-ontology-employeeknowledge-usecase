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Emp083 01 - EMP083</a:t>
            </a:r>
          </a:p>
        </p:txBody>
      </p:sp>
      <p:sp>
        <p:nvSpPr>
          <p:cNvPr id="3" name="Content Placeholder 2"/>
          <p:cNvSpPr>
            <a:spLocks noGrp="1"/>
          </p:cNvSpPr>
          <p:nvPr>
            <p:ph idx="1"/>
          </p:nvPr>
        </p:nvSpPr>
        <p:spPr/>
        <p:txBody>
          <a:bodyPr/>
          <a:lstStyle/>
          <a:p>
            <a:r>
              <a:t>Slide 1: Executive Summary</a:t>
            </a:r>
          </a:p>
          <a:p>
            <a:pPr lvl="1"/>
            <a:r>
              <a:t>Section 1: Operational risk review. EMP083 contributes to ast emp083 01 through recurring collaboration, clear ownership boundaries, and measurable outcomes. The team captures decisions, open issues, and handoffs so that knowledge remains discoverable for future programs.</a:t>
            </a:r>
          </a:p>
          <a:p>
            <a:pPr lvl="1"/>
            <a:r>
              <a:t>Section 2: Quarterly delivery milestones. EMP083 contributes to ast emp083 01 through recurring collaboration, clear ownership boundaries, and measurable outcomes. The team captures decisions, open issues, and handoffs so that knowledge remains discoverable for future programs.</a:t>
            </a:r>
          </a:p>
          <a:p>
            <a:pPr lvl="1"/>
            <a:r>
              <a:t>Section 3: Knowledge transfer and onboarding. EMP083 contributes to ast emp083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Emp083 01 - EMP083</a:t>
            </a:r>
          </a:p>
        </p:txBody>
      </p:sp>
      <p:sp>
        <p:nvSpPr>
          <p:cNvPr id="3" name="Content Placeholder 2"/>
          <p:cNvSpPr>
            <a:spLocks noGrp="1"/>
          </p:cNvSpPr>
          <p:nvPr>
            <p:ph idx="1"/>
          </p:nvPr>
        </p:nvSpPr>
        <p:spPr/>
        <p:txBody>
          <a:bodyPr/>
          <a:lstStyle/>
          <a:p>
            <a:r>
              <a:t>Slide 2: Executive Summary</a:t>
            </a:r>
          </a:p>
          <a:p>
            <a:pPr lvl="1"/>
            <a:r>
              <a:t>Section 1: Customer escalation analysis. EMP083 contributes to ast emp083 01 through recurring collaboration, clear ownership boundaries, and measurable outcomes. The team captures decisions, open issues, and handoffs so that knowledge remains discoverable for future programs.</a:t>
            </a:r>
          </a:p>
          <a:p>
            <a:pPr lvl="1"/>
            <a:r>
              <a:t>Section 2: Data quality remediation. EMP083 contributes to ast emp083 01 through recurring collaboration, clear ownership boundaries, and measurable outcomes. The team captures decisions, open issues, and handoffs so that knowledge remains discoverable for future programs.</a:t>
            </a:r>
          </a:p>
          <a:p>
            <a:pPr lvl="1"/>
            <a:r>
              <a:t>Section 3: Quarterly delivery milestones. EMP083 contributes to ast emp083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Emp083 01 - EMP083</a:t>
            </a:r>
          </a:p>
        </p:txBody>
      </p:sp>
      <p:sp>
        <p:nvSpPr>
          <p:cNvPr id="3" name="Content Placeholder 2"/>
          <p:cNvSpPr>
            <a:spLocks noGrp="1"/>
          </p:cNvSpPr>
          <p:nvPr>
            <p:ph idx="1"/>
          </p:nvPr>
        </p:nvSpPr>
        <p:spPr/>
        <p:txBody>
          <a:bodyPr/>
          <a:lstStyle/>
          <a:p>
            <a:r>
              <a:t>Slide 3: Executive Summary</a:t>
            </a:r>
          </a:p>
          <a:p>
            <a:pPr lvl="1"/>
            <a:r>
              <a:t>Section 1: Customer escalation analysis. EMP083 contributes to ast emp083 01 through recurring collaboration, clear ownership boundaries, and measurable outcomes. The team captures decisions, open issues, and handoffs so that knowledge remains discoverable for future programs.</a:t>
            </a:r>
          </a:p>
          <a:p>
            <a:pPr lvl="1"/>
            <a:r>
              <a:t>Section 2: Data quality remediation. EMP083 contributes to ast emp083 01 through recurring collaboration, clear ownership boundaries, and measurable outcomes. The team captures decisions, open issues, and handoffs so that knowledge remains discoverable for future programs.</a:t>
            </a:r>
          </a:p>
          <a:p>
            <a:pPr lvl="1"/>
            <a:r>
              <a:t>Section 3: Customer escalation analysis. EMP083 contributes to ast emp083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Emp083 01 - EMP083</a:t>
            </a:r>
          </a:p>
        </p:txBody>
      </p:sp>
      <p:sp>
        <p:nvSpPr>
          <p:cNvPr id="3" name="Content Placeholder 2"/>
          <p:cNvSpPr>
            <a:spLocks noGrp="1"/>
          </p:cNvSpPr>
          <p:nvPr>
            <p:ph idx="1"/>
          </p:nvPr>
        </p:nvSpPr>
        <p:spPr/>
        <p:txBody>
          <a:bodyPr/>
          <a:lstStyle/>
          <a:p>
            <a:r>
              <a:t>Slide 4: Executive Summary</a:t>
            </a:r>
          </a:p>
          <a:p>
            <a:pPr lvl="1"/>
            <a:r>
              <a:t>Section 1: Data quality remediation. EMP083 contributes to ast emp083 01 through recurring collaboration, clear ownership boundaries, and measurable outcomes. The team captures decisions, open issues, and handoffs so that knowledge remains discoverable for future programs.</a:t>
            </a:r>
          </a:p>
          <a:p>
            <a:pPr lvl="1"/>
            <a:r>
              <a:t>Section 2: Customer escalation analysis. EMP083 contributes to ast emp083 01 through recurring collaboration, clear ownership boundaries, and measurable outcomes. The team captures decisions, open issues, and handoffs so that knowledge remains discoverable for future programs.</a:t>
            </a:r>
          </a:p>
          <a:p>
            <a:pPr lvl="1"/>
            <a:r>
              <a:t>Section 3: Quarterly delivery milestones. EMP083 contributes to ast emp083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Emp083 01 - EMP083</a:t>
            </a:r>
          </a:p>
        </p:txBody>
      </p:sp>
      <p:sp>
        <p:nvSpPr>
          <p:cNvPr id="3" name="Content Placeholder 2"/>
          <p:cNvSpPr>
            <a:spLocks noGrp="1"/>
          </p:cNvSpPr>
          <p:nvPr>
            <p:ph idx="1"/>
          </p:nvPr>
        </p:nvSpPr>
        <p:spPr/>
        <p:txBody>
          <a:bodyPr/>
          <a:lstStyle/>
          <a:p>
            <a:r>
              <a:t>Slide 5: Executive Summary</a:t>
            </a:r>
          </a:p>
          <a:p>
            <a:pPr lvl="1"/>
            <a:r>
              <a:t>Section 1: Automation backlog refinement. EMP083 contributes to ast emp083 01 through recurring collaboration, clear ownership boundaries, and measurable outcomes. The team captures decisions, open issues, and handoffs so that knowledge remains discoverable for future programs.</a:t>
            </a:r>
          </a:p>
          <a:p>
            <a:pPr lvl="1"/>
            <a:r>
              <a:t>Section 2: Data quality remediation. EMP083 contributes to ast emp083 01 through recurring collaboration, clear ownership boundaries, and measurable outcomes. The team captures decisions, open issues, and handoffs so that knowledge remains discoverable for future programs.</a:t>
            </a:r>
          </a:p>
          <a:p>
            <a:pPr lvl="1"/>
            <a:r>
              <a:t>Section 3: Fabric semantic model planning. EMP083 contributes to ast emp083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