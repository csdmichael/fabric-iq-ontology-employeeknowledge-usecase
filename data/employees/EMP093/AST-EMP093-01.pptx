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Taylor Miller | Senior Engineer | Procurement</a:t>
            </a:r>
          </a:p>
          <a:p>
            <a:r>
              <a:t>Prepared: 2025-04-05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Taylor Miller (Senior Engineer)</a:t>
            </a:r>
          </a:p>
          <a:p>
            <a:r>
              <a:t>Location: Austin | Skills: Kusto, TypeScript, MLOps,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Taylor Miller (Senior Engineer)</a:t>
            </a:r>
          </a:p>
          <a:p>
            <a:r>
              <a:t>Location: Austin | Skills: Kusto, TypeScript, MLOps,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Taylor Miller (Senior Engineer)</a:t>
            </a:r>
          </a:p>
          <a:p>
            <a:r>
              <a:t>Location: Austin | Skills: Kusto, TypeScript, MLOps,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