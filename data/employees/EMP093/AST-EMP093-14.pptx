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Emp093 14 - EMP093</a:t>
            </a:r>
          </a:p>
        </p:txBody>
      </p:sp>
      <p:sp>
        <p:nvSpPr>
          <p:cNvPr id="3" name="Content Placeholder 2"/>
          <p:cNvSpPr>
            <a:spLocks noGrp="1"/>
          </p:cNvSpPr>
          <p:nvPr>
            <p:ph idx="1"/>
          </p:nvPr>
        </p:nvSpPr>
        <p:spPr/>
        <p:txBody>
          <a:bodyPr/>
          <a:lstStyle/>
          <a:p>
            <a:r>
              <a:t>Slide 1: Executive Summary</a:t>
            </a:r>
          </a:p>
          <a:p>
            <a:pPr lvl="1"/>
            <a:r>
              <a:t>Section 1: Quarterly delivery milestones. EMP093 contributes to ast emp093 14 through recurring collaboration, clear ownership boundaries, and measurable outcomes. The team captures decisions, open issues, and handoffs so that knowledge remains discoverable for future programs.</a:t>
            </a:r>
          </a:p>
          <a:p>
            <a:pPr lvl="1"/>
            <a:r>
              <a:t>Section 2: Department KPI performance. EMP093 contributes to ast emp093 14 through recurring collaboration, clear ownership boundaries, and measurable outcomes. The team captures decisions, open issues, and handoffs so that knowledge remains discoverable for future programs.</a:t>
            </a:r>
          </a:p>
          <a:p>
            <a:pPr lvl="1"/>
            <a:r>
              <a:t>Section 3: Operational risk review. EMP093 contributes to ast emp093 14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Emp093 14 - EMP093</a:t>
            </a:r>
          </a:p>
        </p:txBody>
      </p:sp>
      <p:sp>
        <p:nvSpPr>
          <p:cNvPr id="3" name="Content Placeholder 2"/>
          <p:cNvSpPr>
            <a:spLocks noGrp="1"/>
          </p:cNvSpPr>
          <p:nvPr>
            <p:ph idx="1"/>
          </p:nvPr>
        </p:nvSpPr>
        <p:spPr/>
        <p:txBody>
          <a:bodyPr/>
          <a:lstStyle/>
          <a:p>
            <a:r>
              <a:t>Slide 2: Executive Summary</a:t>
            </a:r>
          </a:p>
          <a:p>
            <a:pPr lvl="1"/>
            <a:r>
              <a:t>Section 1: Department KPI performance. EMP093 contributes to ast emp093 14 through recurring collaboration, clear ownership boundaries, and measurable outcomes. The team captures decisions, open issues, and handoffs so that knowledge remains discoverable for future programs.</a:t>
            </a:r>
          </a:p>
          <a:p>
            <a:pPr lvl="1"/>
            <a:r>
              <a:t>Section 2: Automation backlog refinement. EMP093 contributes to ast emp093 14 through recurring collaboration, clear ownership boundaries, and measurable outcomes. The team captures decisions, open issues, and handoffs so that knowledge remains discoverable for future programs.</a:t>
            </a:r>
          </a:p>
          <a:p>
            <a:pPr lvl="1"/>
            <a:r>
              <a:t>Section 3: Automation backlog refinement. EMP093 contributes to ast emp093 14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Emp093 14 - EMP093</a:t>
            </a:r>
          </a:p>
        </p:txBody>
      </p:sp>
      <p:sp>
        <p:nvSpPr>
          <p:cNvPr id="3" name="Content Placeholder 2"/>
          <p:cNvSpPr>
            <a:spLocks noGrp="1"/>
          </p:cNvSpPr>
          <p:nvPr>
            <p:ph idx="1"/>
          </p:nvPr>
        </p:nvSpPr>
        <p:spPr/>
        <p:txBody>
          <a:bodyPr/>
          <a:lstStyle/>
          <a:p>
            <a:r>
              <a:t>Slide 3: Executive Summary</a:t>
            </a:r>
          </a:p>
          <a:p>
            <a:pPr lvl="1"/>
            <a:r>
              <a:t>Section 1: Quarterly delivery milestones. EMP093 contributes to ast emp093 14 through recurring collaboration, clear ownership boundaries, and measurable outcomes. The team captures decisions, open issues, and handoffs so that knowledge remains discoverable for future programs.</a:t>
            </a:r>
          </a:p>
          <a:p>
            <a:pPr lvl="1"/>
            <a:r>
              <a:t>Section 2: Automation backlog refinement. EMP093 contributes to ast emp093 14 through recurring collaboration, clear ownership boundaries, and measurable outcomes. The team captures decisions, open issues, and handoffs so that knowledge remains discoverable for future programs.</a:t>
            </a:r>
          </a:p>
          <a:p>
            <a:pPr lvl="1"/>
            <a:r>
              <a:t>Section 3: Department KPI performance. EMP093 contributes to ast emp093 14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Emp093 14 - EMP093</a:t>
            </a:r>
          </a:p>
        </p:txBody>
      </p:sp>
      <p:sp>
        <p:nvSpPr>
          <p:cNvPr id="3" name="Content Placeholder 2"/>
          <p:cNvSpPr>
            <a:spLocks noGrp="1"/>
          </p:cNvSpPr>
          <p:nvPr>
            <p:ph idx="1"/>
          </p:nvPr>
        </p:nvSpPr>
        <p:spPr/>
        <p:txBody>
          <a:bodyPr/>
          <a:lstStyle/>
          <a:p>
            <a:r>
              <a:t>Slide 4: Executive Summary</a:t>
            </a:r>
          </a:p>
          <a:p>
            <a:pPr lvl="1"/>
            <a:r>
              <a:t>Section 1: Data quality remediation. EMP093 contributes to ast emp093 14 through recurring collaboration, clear ownership boundaries, and measurable outcomes. The team captures decisions, open issues, and handoffs so that knowledge remains discoverable for future programs.</a:t>
            </a:r>
          </a:p>
          <a:p>
            <a:pPr lvl="1"/>
            <a:r>
              <a:t>Section 2: Knowledge transfer and onboarding. EMP093 contributes to ast emp093 14 through recurring collaboration, clear ownership boundaries, and measurable outcomes. The team captures decisions, open issues, and handoffs so that knowledge remains discoverable for future programs.</a:t>
            </a:r>
          </a:p>
          <a:p>
            <a:pPr lvl="1"/>
            <a:r>
              <a:t>Section 3: Operational risk review. EMP093 contributes to ast emp093 14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Emp093 14 - EMP093</a:t>
            </a:r>
          </a:p>
        </p:txBody>
      </p:sp>
      <p:sp>
        <p:nvSpPr>
          <p:cNvPr id="3" name="Content Placeholder 2"/>
          <p:cNvSpPr>
            <a:spLocks noGrp="1"/>
          </p:cNvSpPr>
          <p:nvPr>
            <p:ph idx="1"/>
          </p:nvPr>
        </p:nvSpPr>
        <p:spPr/>
        <p:txBody>
          <a:bodyPr/>
          <a:lstStyle/>
          <a:p>
            <a:r>
              <a:t>Slide 5: Executive Summary</a:t>
            </a:r>
          </a:p>
          <a:p>
            <a:pPr lvl="1"/>
            <a:r>
              <a:t>Section 1: Customer escalation analysis. EMP093 contributes to ast emp093 14 through recurring collaboration, clear ownership boundaries, and measurable outcomes. The team captures decisions, open issues, and handoffs so that knowledge remains discoverable for future programs.</a:t>
            </a:r>
          </a:p>
          <a:p>
            <a:pPr lvl="1"/>
            <a:r>
              <a:t>Section 2: Quarterly delivery milestones. EMP093 contributes to ast emp093 14 through recurring collaboration, clear ownership boundaries, and measurable outcomes. The team captures decisions, open issues, and handoffs so that knowledge remains discoverable for future programs.</a:t>
            </a:r>
          </a:p>
          <a:p>
            <a:pPr lvl="1"/>
            <a:r>
              <a:t>Section 3: Customer escalation analysis. EMP093 contributes to ast emp093 14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