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Emp038 01 - EMP038</a:t>
            </a:r>
          </a:p>
        </p:txBody>
      </p:sp>
      <p:sp>
        <p:nvSpPr>
          <p:cNvPr id="3" name="Content Placeholder 2"/>
          <p:cNvSpPr>
            <a:spLocks noGrp="1"/>
          </p:cNvSpPr>
          <p:nvPr>
            <p:ph idx="1"/>
          </p:nvPr>
        </p:nvSpPr>
        <p:spPr/>
        <p:txBody>
          <a:bodyPr/>
          <a:lstStyle/>
          <a:p>
            <a:r>
              <a:t>Slide 1: Executive Summary</a:t>
            </a:r>
          </a:p>
          <a:p>
            <a:pPr lvl="1"/>
            <a:r>
              <a:t>Section 1: Department KPI performance. EMP038 contributes to ast emp038 01 through recurring collaboration, clear ownership boundaries, and measurable outcomes. The team captures decisions, open issues, and handoffs so that knowledge remains discoverable for future programs.</a:t>
            </a:r>
          </a:p>
          <a:p>
            <a:pPr lvl="1"/>
            <a:r>
              <a:t>Section 2: Operational risk review. EMP038 contributes to ast emp038 01 through recurring collaboration, clear ownership boundaries, and measurable outcomes. The team captures decisions, open issues, and handoffs so that knowledge remains discoverable for future programs.</a:t>
            </a:r>
          </a:p>
          <a:p>
            <a:pPr lvl="1"/>
            <a:r>
              <a:t>Section 3: Data quality remediation. EMP038 contributes to ast emp038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Emp038 01 - EMP038</a:t>
            </a:r>
          </a:p>
        </p:txBody>
      </p:sp>
      <p:sp>
        <p:nvSpPr>
          <p:cNvPr id="3" name="Content Placeholder 2"/>
          <p:cNvSpPr>
            <a:spLocks noGrp="1"/>
          </p:cNvSpPr>
          <p:nvPr>
            <p:ph idx="1"/>
          </p:nvPr>
        </p:nvSpPr>
        <p:spPr/>
        <p:txBody>
          <a:bodyPr/>
          <a:lstStyle/>
          <a:p>
            <a:r>
              <a:t>Slide 2: Executive Summary</a:t>
            </a:r>
          </a:p>
          <a:p>
            <a:pPr lvl="1"/>
            <a:r>
              <a:t>Section 1: Data quality remediation. EMP038 contributes to ast emp038 01 through recurring collaboration, clear ownership boundaries, and measurable outcomes. The team captures decisions, open issues, and handoffs so that knowledge remains discoverable for future programs.</a:t>
            </a:r>
          </a:p>
          <a:p>
            <a:pPr lvl="1"/>
            <a:r>
              <a:t>Section 2: Fabric semantic model planning. EMP038 contributes to ast emp038 01 through recurring collaboration, clear ownership boundaries, and measurable outcomes. The team captures decisions, open issues, and handoffs so that knowledge remains discoverable for future programs.</a:t>
            </a:r>
          </a:p>
          <a:p>
            <a:pPr lvl="1"/>
            <a:r>
              <a:t>Section 3: Knowledge transfer and onboarding. EMP038 contributes to ast emp038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Emp038 01 - EMP038</a:t>
            </a:r>
          </a:p>
        </p:txBody>
      </p:sp>
      <p:sp>
        <p:nvSpPr>
          <p:cNvPr id="3" name="Content Placeholder 2"/>
          <p:cNvSpPr>
            <a:spLocks noGrp="1"/>
          </p:cNvSpPr>
          <p:nvPr>
            <p:ph idx="1"/>
          </p:nvPr>
        </p:nvSpPr>
        <p:spPr/>
        <p:txBody>
          <a:bodyPr/>
          <a:lstStyle/>
          <a:p>
            <a:r>
              <a:t>Slide 3: Executive Summary</a:t>
            </a:r>
          </a:p>
          <a:p>
            <a:pPr lvl="1"/>
            <a:r>
              <a:t>Section 1: Data quality remediation. EMP038 contributes to ast emp038 01 through recurring collaboration, clear ownership boundaries, and measurable outcomes. The team captures decisions, open issues, and handoffs so that knowledge remains discoverable for future programs.</a:t>
            </a:r>
          </a:p>
          <a:p>
            <a:pPr lvl="1"/>
            <a:r>
              <a:t>Section 2: Customer escalation analysis. EMP038 contributes to ast emp038 01 through recurring collaboration, clear ownership boundaries, and measurable outcomes. The team captures decisions, open issues, and handoffs so that knowledge remains discoverable for future programs.</a:t>
            </a:r>
          </a:p>
          <a:p>
            <a:pPr lvl="1"/>
            <a:r>
              <a:t>Section 3: Customer escalation analysis. EMP038 contributes to ast emp038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Emp038 01 - EMP038</a:t>
            </a:r>
          </a:p>
        </p:txBody>
      </p:sp>
      <p:sp>
        <p:nvSpPr>
          <p:cNvPr id="3" name="Content Placeholder 2"/>
          <p:cNvSpPr>
            <a:spLocks noGrp="1"/>
          </p:cNvSpPr>
          <p:nvPr>
            <p:ph idx="1"/>
          </p:nvPr>
        </p:nvSpPr>
        <p:spPr/>
        <p:txBody>
          <a:bodyPr/>
          <a:lstStyle/>
          <a:p>
            <a:r>
              <a:t>Slide 4: Executive Summary</a:t>
            </a:r>
          </a:p>
          <a:p>
            <a:pPr lvl="1"/>
            <a:r>
              <a:t>Section 1: Customer escalation analysis. EMP038 contributes to ast emp038 01 through recurring collaboration, clear ownership boundaries, and measurable outcomes. The team captures decisions, open issues, and handoffs so that knowledge remains discoverable for future programs.</a:t>
            </a:r>
          </a:p>
          <a:p>
            <a:pPr lvl="1"/>
            <a:r>
              <a:t>Section 2: Department KPI performance. EMP038 contributes to ast emp038 01 through recurring collaboration, clear ownership boundaries, and measurable outcomes. The team captures decisions, open issues, and handoffs so that knowledge remains discoverable for future programs.</a:t>
            </a:r>
          </a:p>
          <a:p>
            <a:pPr lvl="1"/>
            <a:r>
              <a:t>Section 3: Knowledge transfer and onboarding. EMP038 contributes to ast emp038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Emp038 01 - EMP038</a:t>
            </a:r>
          </a:p>
        </p:txBody>
      </p:sp>
      <p:sp>
        <p:nvSpPr>
          <p:cNvPr id="3" name="Content Placeholder 2"/>
          <p:cNvSpPr>
            <a:spLocks noGrp="1"/>
          </p:cNvSpPr>
          <p:nvPr>
            <p:ph idx="1"/>
          </p:nvPr>
        </p:nvSpPr>
        <p:spPr/>
        <p:txBody>
          <a:bodyPr/>
          <a:lstStyle/>
          <a:p>
            <a:r>
              <a:t>Slide 5: Executive Summary</a:t>
            </a:r>
          </a:p>
          <a:p>
            <a:pPr lvl="1"/>
            <a:r>
              <a:t>Section 1: Data quality remediation. EMP038 contributes to ast emp038 01 through recurring collaboration, clear ownership boundaries, and measurable outcomes. The team captures decisions, open issues, and handoffs so that knowledge remains discoverable for future programs.</a:t>
            </a:r>
          </a:p>
          <a:p>
            <a:pPr lvl="1"/>
            <a:r>
              <a:t>Section 2: Department KPI performance. EMP038 contributes to ast emp038 01 through recurring collaboration, clear ownership boundaries, and measurable outcomes. The team captures decisions, open issues, and handoffs so that knowledge remains discoverable for future programs.</a:t>
            </a:r>
          </a:p>
          <a:p>
            <a:pPr lvl="1"/>
            <a:r>
              <a:t>Section 3: Operational risk review. EMP038 contributes to ast emp038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