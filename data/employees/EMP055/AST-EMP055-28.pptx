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Emp055 28 - EMP055</a:t>
            </a:r>
          </a:p>
        </p:txBody>
      </p:sp>
      <p:sp>
        <p:nvSpPr>
          <p:cNvPr id="3" name="Content Placeholder 2"/>
          <p:cNvSpPr>
            <a:spLocks noGrp="1"/>
          </p:cNvSpPr>
          <p:nvPr>
            <p:ph idx="1"/>
          </p:nvPr>
        </p:nvSpPr>
        <p:spPr/>
        <p:txBody>
          <a:bodyPr/>
          <a:lstStyle/>
          <a:p>
            <a:r>
              <a:t>Slide 1: Executive Summary</a:t>
            </a:r>
          </a:p>
          <a:p>
            <a:pPr lvl="1"/>
            <a:r>
              <a:t>Section 1: Customer escalation analysis. EMP055 contributes to ast emp055 28 through recurring collaboration, clear ownership boundaries, and measurable outcomes. The team captures decisions, open issues, and handoffs so that knowledge remains discoverable for future programs.</a:t>
            </a:r>
          </a:p>
          <a:p>
            <a:pPr lvl="1"/>
            <a:r>
              <a:t>Section 2: Customer escalation analysis. EMP055 contributes to ast emp055 28 through recurring collaboration, clear ownership boundaries, and measurable outcomes. The team captures decisions, open issues, and handoffs so that knowledge remains discoverable for future programs.</a:t>
            </a:r>
          </a:p>
          <a:p>
            <a:pPr lvl="1"/>
            <a:r>
              <a:t>Section 3: Operational risk review. EMP055 contributes to ast emp055 28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Emp055 28 - EMP055</a:t>
            </a:r>
          </a:p>
        </p:txBody>
      </p:sp>
      <p:sp>
        <p:nvSpPr>
          <p:cNvPr id="3" name="Content Placeholder 2"/>
          <p:cNvSpPr>
            <a:spLocks noGrp="1"/>
          </p:cNvSpPr>
          <p:nvPr>
            <p:ph idx="1"/>
          </p:nvPr>
        </p:nvSpPr>
        <p:spPr/>
        <p:txBody>
          <a:bodyPr/>
          <a:lstStyle/>
          <a:p>
            <a:r>
              <a:t>Slide 2: Executive Summary</a:t>
            </a:r>
          </a:p>
          <a:p>
            <a:pPr lvl="1"/>
            <a:r>
              <a:t>Section 1: Fabric semantic model planning. EMP055 contributes to ast emp055 28 through recurring collaboration, clear ownership boundaries, and measurable outcomes. The team captures decisions, open issues, and handoffs so that knowledge remains discoverable for future programs.</a:t>
            </a:r>
          </a:p>
          <a:p>
            <a:pPr lvl="1"/>
            <a:r>
              <a:t>Section 2: Quarterly delivery milestones. EMP055 contributes to ast emp055 28 through recurring collaboration, clear ownership boundaries, and measurable outcomes. The team captures decisions, open issues, and handoffs so that knowledge remains discoverable for future programs.</a:t>
            </a:r>
          </a:p>
          <a:p>
            <a:pPr lvl="1"/>
            <a:r>
              <a:t>Section 3: Customer escalation analysis. EMP055 contributes to ast emp055 28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Emp055 28 - EMP055</a:t>
            </a:r>
          </a:p>
        </p:txBody>
      </p:sp>
      <p:sp>
        <p:nvSpPr>
          <p:cNvPr id="3" name="Content Placeholder 2"/>
          <p:cNvSpPr>
            <a:spLocks noGrp="1"/>
          </p:cNvSpPr>
          <p:nvPr>
            <p:ph idx="1"/>
          </p:nvPr>
        </p:nvSpPr>
        <p:spPr/>
        <p:txBody>
          <a:bodyPr/>
          <a:lstStyle/>
          <a:p>
            <a:r>
              <a:t>Slide 3: Executive Summary</a:t>
            </a:r>
          </a:p>
          <a:p>
            <a:pPr lvl="1"/>
            <a:r>
              <a:t>Section 1: Fabric semantic model planning. EMP055 contributes to ast emp055 28 through recurring collaboration, clear ownership boundaries, and measurable outcomes. The team captures decisions, open issues, and handoffs so that knowledge remains discoverable for future programs.</a:t>
            </a:r>
          </a:p>
          <a:p>
            <a:pPr lvl="1"/>
            <a:r>
              <a:t>Section 2: Department KPI performance. EMP055 contributes to ast emp055 28 through recurring collaboration, clear ownership boundaries, and measurable outcomes. The team captures decisions, open issues, and handoffs so that knowledge remains discoverable for future programs.</a:t>
            </a:r>
          </a:p>
          <a:p>
            <a:pPr lvl="1"/>
            <a:r>
              <a:t>Section 3: Data quality remediation. EMP055 contributes to ast emp055 28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Emp055 28 - EMP055</a:t>
            </a:r>
          </a:p>
        </p:txBody>
      </p:sp>
      <p:sp>
        <p:nvSpPr>
          <p:cNvPr id="3" name="Content Placeholder 2"/>
          <p:cNvSpPr>
            <a:spLocks noGrp="1"/>
          </p:cNvSpPr>
          <p:nvPr>
            <p:ph idx="1"/>
          </p:nvPr>
        </p:nvSpPr>
        <p:spPr/>
        <p:txBody>
          <a:bodyPr/>
          <a:lstStyle/>
          <a:p>
            <a:r>
              <a:t>Slide 4: Executive Summary</a:t>
            </a:r>
          </a:p>
          <a:p>
            <a:pPr lvl="1"/>
            <a:r>
              <a:t>Section 1: Quarterly delivery milestones. EMP055 contributes to ast emp055 28 through recurring collaboration, clear ownership boundaries, and measurable outcomes. The team captures decisions, open issues, and handoffs so that knowledge remains discoverable for future programs.</a:t>
            </a:r>
          </a:p>
          <a:p>
            <a:pPr lvl="1"/>
            <a:r>
              <a:t>Section 2: Quarterly delivery milestones. EMP055 contributes to ast emp055 28 through recurring collaboration, clear ownership boundaries, and measurable outcomes. The team captures decisions, open issues, and handoffs so that knowledge remains discoverable for future programs.</a:t>
            </a:r>
          </a:p>
          <a:p>
            <a:pPr lvl="1"/>
            <a:r>
              <a:t>Section 3: Customer escalation analysis. EMP055 contributes to ast emp055 28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Emp055 28 - EMP055</a:t>
            </a:r>
          </a:p>
        </p:txBody>
      </p:sp>
      <p:sp>
        <p:nvSpPr>
          <p:cNvPr id="3" name="Content Placeholder 2"/>
          <p:cNvSpPr>
            <a:spLocks noGrp="1"/>
          </p:cNvSpPr>
          <p:nvPr>
            <p:ph idx="1"/>
          </p:nvPr>
        </p:nvSpPr>
        <p:spPr/>
        <p:txBody>
          <a:bodyPr/>
          <a:lstStyle/>
          <a:p>
            <a:r>
              <a:t>Slide 5: Executive Summary</a:t>
            </a:r>
          </a:p>
          <a:p>
            <a:pPr lvl="1"/>
            <a:r>
              <a:t>Section 1: Automation backlog refinement. EMP055 contributes to ast emp055 28 through recurring collaboration, clear ownership boundaries, and measurable outcomes. The team captures decisions, open issues, and handoffs so that knowledge remains discoverable for future programs.</a:t>
            </a:r>
          </a:p>
          <a:p>
            <a:pPr lvl="1"/>
            <a:r>
              <a:t>Section 2: Department KPI performance. EMP055 contributes to ast emp055 28 through recurring collaboration, clear ownership boundaries, and measurable outcomes. The team captures decisions, open issues, and handoffs so that knowledge remains discoverable for future programs.</a:t>
            </a:r>
          </a:p>
          <a:p>
            <a:pPr lvl="1"/>
            <a:r>
              <a:t>Section 3: Automation backlog refinement. EMP055 contributes to ast emp055 28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