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Emp071 15 - EMP071</a:t>
            </a:r>
          </a:p>
        </p:txBody>
      </p:sp>
      <p:sp>
        <p:nvSpPr>
          <p:cNvPr id="3" name="Content Placeholder 2"/>
          <p:cNvSpPr>
            <a:spLocks noGrp="1"/>
          </p:cNvSpPr>
          <p:nvPr>
            <p:ph idx="1"/>
          </p:nvPr>
        </p:nvSpPr>
        <p:spPr/>
        <p:txBody>
          <a:bodyPr/>
          <a:lstStyle/>
          <a:p>
            <a:r>
              <a:t>Slide 1: Executive Summary</a:t>
            </a:r>
          </a:p>
          <a:p>
            <a:pPr lvl="1"/>
            <a:r>
              <a:t>Section 1: Data quality remediation. EMP071 contributes to ast emp071 15 through recurring collaboration, clear ownership boundaries, and measurable outcomes. The team captures decisions, open issues, and handoffs so that knowledge remains discoverable for future programs.</a:t>
            </a:r>
          </a:p>
          <a:p>
            <a:pPr lvl="1"/>
            <a:r>
              <a:t>Section 2: Automation backlog refinement. EMP071 contributes to ast emp071 15 through recurring collaboration, clear ownership boundaries, and measurable outcomes. The team captures decisions, open issues, and handoffs so that knowledge remains discoverable for future programs.</a:t>
            </a:r>
          </a:p>
          <a:p>
            <a:pPr lvl="1"/>
            <a:r>
              <a:t>Section 3: Data quality remediation. EMP071 contributes to ast emp071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Emp071 15 - EMP071</a:t>
            </a:r>
          </a:p>
        </p:txBody>
      </p:sp>
      <p:sp>
        <p:nvSpPr>
          <p:cNvPr id="3" name="Content Placeholder 2"/>
          <p:cNvSpPr>
            <a:spLocks noGrp="1"/>
          </p:cNvSpPr>
          <p:nvPr>
            <p:ph idx="1"/>
          </p:nvPr>
        </p:nvSpPr>
        <p:spPr/>
        <p:txBody>
          <a:bodyPr/>
          <a:lstStyle/>
          <a:p>
            <a:r>
              <a:t>Slide 2: Executive Summary</a:t>
            </a:r>
          </a:p>
          <a:p>
            <a:pPr lvl="1"/>
            <a:r>
              <a:t>Section 1: Quarterly delivery milestones. EMP071 contributes to ast emp071 15 through recurring collaboration, clear ownership boundaries, and measurable outcomes. The team captures decisions, open issues, and handoffs so that knowledge remains discoverable for future programs.</a:t>
            </a:r>
          </a:p>
          <a:p>
            <a:pPr lvl="1"/>
            <a:r>
              <a:t>Section 2: Department KPI performance. EMP071 contributes to ast emp071 15 through recurring collaboration, clear ownership boundaries, and measurable outcomes. The team captures decisions, open issues, and handoffs so that knowledge remains discoverable for future programs.</a:t>
            </a:r>
          </a:p>
          <a:p>
            <a:pPr lvl="1"/>
            <a:r>
              <a:t>Section 3: Customer escalation analysis. EMP071 contributes to ast emp071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Emp071 15 - EMP071</a:t>
            </a:r>
          </a:p>
        </p:txBody>
      </p:sp>
      <p:sp>
        <p:nvSpPr>
          <p:cNvPr id="3" name="Content Placeholder 2"/>
          <p:cNvSpPr>
            <a:spLocks noGrp="1"/>
          </p:cNvSpPr>
          <p:nvPr>
            <p:ph idx="1"/>
          </p:nvPr>
        </p:nvSpPr>
        <p:spPr/>
        <p:txBody>
          <a:bodyPr/>
          <a:lstStyle/>
          <a:p>
            <a:r>
              <a:t>Slide 3: Executive Summary</a:t>
            </a:r>
          </a:p>
          <a:p>
            <a:pPr lvl="1"/>
            <a:r>
              <a:t>Section 1: Department KPI performance. EMP071 contributes to ast emp071 15 through recurring collaboration, clear ownership boundaries, and measurable outcomes. The team captures decisions, open issues, and handoffs so that knowledge remains discoverable for future programs.</a:t>
            </a:r>
          </a:p>
          <a:p>
            <a:pPr lvl="1"/>
            <a:r>
              <a:t>Section 2: Quarterly delivery milestones. EMP071 contributes to ast emp071 15 through recurring collaboration, clear ownership boundaries, and measurable outcomes. The team captures decisions, open issues, and handoffs so that knowledge remains discoverable for future programs.</a:t>
            </a:r>
          </a:p>
          <a:p>
            <a:pPr lvl="1"/>
            <a:r>
              <a:t>Section 3: Knowledge transfer and onboarding. EMP071 contributes to ast emp071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Emp071 15 - EMP071</a:t>
            </a:r>
          </a:p>
        </p:txBody>
      </p:sp>
      <p:sp>
        <p:nvSpPr>
          <p:cNvPr id="3" name="Content Placeholder 2"/>
          <p:cNvSpPr>
            <a:spLocks noGrp="1"/>
          </p:cNvSpPr>
          <p:nvPr>
            <p:ph idx="1"/>
          </p:nvPr>
        </p:nvSpPr>
        <p:spPr/>
        <p:txBody>
          <a:bodyPr/>
          <a:lstStyle/>
          <a:p>
            <a:r>
              <a:t>Slide 4: Executive Summary</a:t>
            </a:r>
          </a:p>
          <a:p>
            <a:pPr lvl="1"/>
            <a:r>
              <a:t>Section 1: Knowledge transfer and onboarding. EMP071 contributes to ast emp071 15 through recurring collaboration, clear ownership boundaries, and measurable outcomes. The team captures decisions, open issues, and handoffs so that knowledge remains discoverable for future programs.</a:t>
            </a:r>
          </a:p>
          <a:p>
            <a:pPr lvl="1"/>
            <a:r>
              <a:t>Section 2: Fabric semantic model planning. EMP071 contributes to ast emp071 15 through recurring collaboration, clear ownership boundaries, and measurable outcomes. The team captures decisions, open issues, and handoffs so that knowledge remains discoverable for future programs.</a:t>
            </a:r>
          </a:p>
          <a:p>
            <a:pPr lvl="1"/>
            <a:r>
              <a:t>Section 3: Quarterly delivery milestones. EMP071 contributes to ast emp071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Emp071 15 - EMP071</a:t>
            </a:r>
          </a:p>
        </p:txBody>
      </p:sp>
      <p:sp>
        <p:nvSpPr>
          <p:cNvPr id="3" name="Content Placeholder 2"/>
          <p:cNvSpPr>
            <a:spLocks noGrp="1"/>
          </p:cNvSpPr>
          <p:nvPr>
            <p:ph idx="1"/>
          </p:nvPr>
        </p:nvSpPr>
        <p:spPr/>
        <p:txBody>
          <a:bodyPr/>
          <a:lstStyle/>
          <a:p>
            <a:r>
              <a:t>Slide 5: Executive Summary</a:t>
            </a:r>
          </a:p>
          <a:p>
            <a:pPr lvl="1"/>
            <a:r>
              <a:t>Section 1: Operational risk review. EMP071 contributes to ast emp071 15 through recurring collaboration, clear ownership boundaries, and measurable outcomes. The team captures decisions, open issues, and handoffs so that knowledge remains discoverable for future programs.</a:t>
            </a:r>
          </a:p>
          <a:p>
            <a:pPr lvl="1"/>
            <a:r>
              <a:t>Section 2: Knowledge transfer and onboarding. EMP071 contributes to ast emp071 15 through recurring collaboration, clear ownership boundaries, and measurable outcomes. The team captures decisions, open issues, and handoffs so that knowledge remains discoverable for future programs.</a:t>
            </a:r>
          </a:p>
          <a:p>
            <a:pPr lvl="1"/>
            <a:r>
              <a:t>Section 3: Operational risk review. EMP071 contributes to ast emp071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