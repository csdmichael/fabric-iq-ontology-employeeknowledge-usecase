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Alex Garcia | Director | R&amp;D</a:t>
            </a:r>
          </a:p>
          <a:p>
            <a:r>
              <a:t>Prepared: 2025-03-14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Portfolio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Research Portfolio Status for R&amp;D department.</a:t>
            </a:r>
          </a:p>
          <a:p>
            <a:r>
              <a:t>Responsible: Alex Garcia (Director)</a:t>
            </a:r>
          </a:p>
          <a:p>
            <a:r>
              <a:t>Location: Hsinchu | Skills: SQL, MLOps, Python, Kusto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 Filing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IP Filing Pipeline for R&amp;D department.</a:t>
            </a:r>
          </a:p>
          <a:p>
            <a:r>
              <a:t>Responsible: Alex Garcia (Director)</a:t>
            </a:r>
          </a:p>
          <a:p>
            <a:r>
              <a:t>Location: Hsinchu | Skills: SQL, MLOps, Python, Kusto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Readiness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Technology Readiness Levels for R&amp;D department.</a:t>
            </a:r>
          </a:p>
          <a:p>
            <a:r>
              <a:t>Responsible: Alex Garcia (Director)</a:t>
            </a:r>
          </a:p>
          <a:p>
            <a:r>
              <a:t>Location: Hsinchu | Skills: SQL, MLOps, Python, Kusto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