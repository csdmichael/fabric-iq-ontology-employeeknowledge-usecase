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Emp008 21 - EMP008</a:t>
            </a:r>
          </a:p>
        </p:txBody>
      </p:sp>
      <p:sp>
        <p:nvSpPr>
          <p:cNvPr id="3" name="Content Placeholder 2"/>
          <p:cNvSpPr>
            <a:spLocks noGrp="1"/>
          </p:cNvSpPr>
          <p:nvPr>
            <p:ph idx="1"/>
          </p:nvPr>
        </p:nvSpPr>
        <p:spPr/>
        <p:txBody>
          <a:bodyPr/>
          <a:lstStyle/>
          <a:p>
            <a:r>
              <a:t>Slide 1: Executive Summary</a:t>
            </a:r>
          </a:p>
          <a:p>
            <a:pPr lvl="1"/>
            <a:r>
              <a:t>Section 1: Automation backlog refinement. EMP008 contributes to ast emp008 21 through recurring collaboration, clear ownership boundaries, and measurable outcomes. The team captures decisions, open issues, and handoffs so that knowledge remains discoverable for future programs.</a:t>
            </a:r>
          </a:p>
          <a:p>
            <a:pPr lvl="1"/>
            <a:r>
              <a:t>Section 2: Data quality remediation. EMP008 contributes to ast emp008 21 through recurring collaboration, clear ownership boundaries, and measurable outcomes. The team captures decisions, open issues, and handoffs so that knowledge remains discoverable for future programs.</a:t>
            </a:r>
          </a:p>
          <a:p>
            <a:pPr lvl="1"/>
            <a:r>
              <a:t>Section 3: Automation backlog refinement. EMP008 contributes to ast emp008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Emp008 21 - EMP008</a:t>
            </a:r>
          </a:p>
        </p:txBody>
      </p:sp>
      <p:sp>
        <p:nvSpPr>
          <p:cNvPr id="3" name="Content Placeholder 2"/>
          <p:cNvSpPr>
            <a:spLocks noGrp="1"/>
          </p:cNvSpPr>
          <p:nvPr>
            <p:ph idx="1"/>
          </p:nvPr>
        </p:nvSpPr>
        <p:spPr/>
        <p:txBody>
          <a:bodyPr/>
          <a:lstStyle/>
          <a:p>
            <a:r>
              <a:t>Slide 2: Executive Summary</a:t>
            </a:r>
          </a:p>
          <a:p>
            <a:pPr lvl="1"/>
            <a:r>
              <a:t>Section 1: Customer escalation analysis. EMP008 contributes to ast emp008 21 through recurring collaboration, clear ownership boundaries, and measurable outcomes. The team captures decisions, open issues, and handoffs so that knowledge remains discoverable for future programs.</a:t>
            </a:r>
          </a:p>
          <a:p>
            <a:pPr lvl="1"/>
            <a:r>
              <a:t>Section 2: Customer escalation analysis. EMP008 contributes to ast emp008 21 through recurring collaboration, clear ownership boundaries, and measurable outcomes. The team captures decisions, open issues, and handoffs so that knowledge remains discoverable for future programs.</a:t>
            </a:r>
          </a:p>
          <a:p>
            <a:pPr lvl="1"/>
            <a:r>
              <a:t>Section 3: Department KPI performance. EMP008 contributes to ast emp008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Emp008 21 - EMP008</a:t>
            </a:r>
          </a:p>
        </p:txBody>
      </p:sp>
      <p:sp>
        <p:nvSpPr>
          <p:cNvPr id="3" name="Content Placeholder 2"/>
          <p:cNvSpPr>
            <a:spLocks noGrp="1"/>
          </p:cNvSpPr>
          <p:nvPr>
            <p:ph idx="1"/>
          </p:nvPr>
        </p:nvSpPr>
        <p:spPr/>
        <p:txBody>
          <a:bodyPr/>
          <a:lstStyle/>
          <a:p>
            <a:r>
              <a:t>Slide 3: Executive Summary</a:t>
            </a:r>
          </a:p>
          <a:p>
            <a:pPr lvl="1"/>
            <a:r>
              <a:t>Section 1: Automation backlog refinement. EMP008 contributes to ast emp008 21 through recurring collaboration, clear ownership boundaries, and measurable outcomes. The team captures decisions, open issues, and handoffs so that knowledge remains discoverable for future programs.</a:t>
            </a:r>
          </a:p>
          <a:p>
            <a:pPr lvl="1"/>
            <a:r>
              <a:t>Section 2: Quarterly delivery milestones. EMP008 contributes to ast emp008 21 through recurring collaboration, clear ownership boundaries, and measurable outcomes. The team captures decisions, open issues, and handoffs so that knowledge remains discoverable for future programs.</a:t>
            </a:r>
          </a:p>
          <a:p>
            <a:pPr lvl="1"/>
            <a:r>
              <a:t>Section 3: Department KPI performance. EMP008 contributes to ast emp008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Emp008 21 - EMP008</a:t>
            </a:r>
          </a:p>
        </p:txBody>
      </p:sp>
      <p:sp>
        <p:nvSpPr>
          <p:cNvPr id="3" name="Content Placeholder 2"/>
          <p:cNvSpPr>
            <a:spLocks noGrp="1"/>
          </p:cNvSpPr>
          <p:nvPr>
            <p:ph idx="1"/>
          </p:nvPr>
        </p:nvSpPr>
        <p:spPr/>
        <p:txBody>
          <a:bodyPr/>
          <a:lstStyle/>
          <a:p>
            <a:r>
              <a:t>Slide 4: Executive Summary</a:t>
            </a:r>
          </a:p>
          <a:p>
            <a:pPr lvl="1"/>
            <a:r>
              <a:t>Section 1: Automation backlog refinement. EMP008 contributes to ast emp008 21 through recurring collaboration, clear ownership boundaries, and measurable outcomes. The team captures decisions, open issues, and handoffs so that knowledge remains discoverable for future programs.</a:t>
            </a:r>
          </a:p>
          <a:p>
            <a:pPr lvl="1"/>
            <a:r>
              <a:t>Section 2: Automation backlog refinement. EMP008 contributes to ast emp008 21 through recurring collaboration, clear ownership boundaries, and measurable outcomes. The team captures decisions, open issues, and handoffs so that knowledge remains discoverable for future programs.</a:t>
            </a:r>
          </a:p>
          <a:p>
            <a:pPr lvl="1"/>
            <a:r>
              <a:t>Section 3: Knowledge transfer and onboarding. EMP008 contributes to ast emp008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Emp008 21 - EMP008</a:t>
            </a:r>
          </a:p>
        </p:txBody>
      </p:sp>
      <p:sp>
        <p:nvSpPr>
          <p:cNvPr id="3" name="Content Placeholder 2"/>
          <p:cNvSpPr>
            <a:spLocks noGrp="1"/>
          </p:cNvSpPr>
          <p:nvPr>
            <p:ph idx="1"/>
          </p:nvPr>
        </p:nvSpPr>
        <p:spPr/>
        <p:txBody>
          <a:bodyPr/>
          <a:lstStyle/>
          <a:p>
            <a:r>
              <a:t>Slide 5: Executive Summary</a:t>
            </a:r>
          </a:p>
          <a:p>
            <a:pPr lvl="1"/>
            <a:r>
              <a:t>Section 1: Customer escalation analysis. EMP008 contributes to ast emp008 21 through recurring collaboration, clear ownership boundaries, and measurable outcomes. The team captures decisions, open issues, and handoffs so that knowledge remains discoverable for future programs.</a:t>
            </a:r>
          </a:p>
          <a:p>
            <a:pPr lvl="1"/>
            <a:r>
              <a:t>Section 2: Operational risk review. EMP008 contributes to ast emp008 21 through recurring collaboration, clear ownership boundaries, and measurable outcomes. The team captures decisions, open issues, and handoffs so that knowledge remains discoverable for future programs.</a:t>
            </a:r>
          </a:p>
          <a:p>
            <a:pPr lvl="1"/>
            <a:r>
              <a:t>Section 3: Department KPI performance. EMP008 contributes to ast emp008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