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Emp057 01 - EMP057</a:t>
            </a:r>
          </a:p>
        </p:txBody>
      </p:sp>
      <p:sp>
        <p:nvSpPr>
          <p:cNvPr id="3" name="Content Placeholder 2"/>
          <p:cNvSpPr>
            <a:spLocks noGrp="1"/>
          </p:cNvSpPr>
          <p:nvPr>
            <p:ph idx="1"/>
          </p:nvPr>
        </p:nvSpPr>
        <p:spPr/>
        <p:txBody>
          <a:bodyPr/>
          <a:lstStyle/>
          <a:p>
            <a:r>
              <a:t>Slide 1: Executive Summary</a:t>
            </a:r>
          </a:p>
          <a:p>
            <a:pPr lvl="1"/>
            <a:r>
              <a:t>Section 1: Operational risk review. EMP057 contributes to ast emp057 01 through recurring collaboration, clear ownership boundaries, and measurable outcomes. The team captures decisions, open issues, and handoffs so that knowledge remains discoverable for future programs.</a:t>
            </a:r>
          </a:p>
          <a:p>
            <a:pPr lvl="1"/>
            <a:r>
              <a:t>Section 2: Department KPI performance. EMP057 contributes to ast emp057 01 through recurring collaboration, clear ownership boundaries, and measurable outcomes. The team captures decisions, open issues, and handoffs so that knowledge remains discoverable for future programs.</a:t>
            </a:r>
          </a:p>
          <a:p>
            <a:pPr lvl="1"/>
            <a:r>
              <a:t>Section 3: Fabric semantic model planning. EMP057 contributes to ast emp057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Emp057 01 - EMP057</a:t>
            </a:r>
          </a:p>
        </p:txBody>
      </p:sp>
      <p:sp>
        <p:nvSpPr>
          <p:cNvPr id="3" name="Content Placeholder 2"/>
          <p:cNvSpPr>
            <a:spLocks noGrp="1"/>
          </p:cNvSpPr>
          <p:nvPr>
            <p:ph idx="1"/>
          </p:nvPr>
        </p:nvSpPr>
        <p:spPr/>
        <p:txBody>
          <a:bodyPr/>
          <a:lstStyle/>
          <a:p>
            <a:r>
              <a:t>Slide 2: Executive Summary</a:t>
            </a:r>
          </a:p>
          <a:p>
            <a:pPr lvl="1"/>
            <a:r>
              <a:t>Section 1: Fabric semantic model planning. EMP057 contributes to ast emp057 01 through recurring collaboration, clear ownership boundaries, and measurable outcomes. The team captures decisions, open issues, and handoffs so that knowledge remains discoverable for future programs.</a:t>
            </a:r>
          </a:p>
          <a:p>
            <a:pPr lvl="1"/>
            <a:r>
              <a:t>Section 2: Data quality remediation. EMP057 contributes to ast emp057 01 through recurring collaboration, clear ownership boundaries, and measurable outcomes. The team captures decisions, open issues, and handoffs so that knowledge remains discoverable for future programs.</a:t>
            </a:r>
          </a:p>
          <a:p>
            <a:pPr lvl="1"/>
            <a:r>
              <a:t>Section 3: Fabric semantic model planning. EMP057 contributes to ast emp057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Emp057 01 - EMP057</a:t>
            </a:r>
          </a:p>
        </p:txBody>
      </p:sp>
      <p:sp>
        <p:nvSpPr>
          <p:cNvPr id="3" name="Content Placeholder 2"/>
          <p:cNvSpPr>
            <a:spLocks noGrp="1"/>
          </p:cNvSpPr>
          <p:nvPr>
            <p:ph idx="1"/>
          </p:nvPr>
        </p:nvSpPr>
        <p:spPr/>
        <p:txBody>
          <a:bodyPr/>
          <a:lstStyle/>
          <a:p>
            <a:r>
              <a:t>Slide 3: Executive Summary</a:t>
            </a:r>
          </a:p>
          <a:p>
            <a:pPr lvl="1"/>
            <a:r>
              <a:t>Section 1: Knowledge transfer and onboarding. EMP057 contributes to ast emp057 01 through recurring collaboration, clear ownership boundaries, and measurable outcomes. The team captures decisions, open issues, and handoffs so that knowledge remains discoverable for future programs.</a:t>
            </a:r>
          </a:p>
          <a:p>
            <a:pPr lvl="1"/>
            <a:r>
              <a:t>Section 2: Department KPI performance. EMP057 contributes to ast emp057 01 through recurring collaboration, clear ownership boundaries, and measurable outcomes. The team captures decisions, open issues, and handoffs so that knowledge remains discoverable for future programs.</a:t>
            </a:r>
          </a:p>
          <a:p>
            <a:pPr lvl="1"/>
            <a:r>
              <a:t>Section 3: Data quality remediation. EMP057 contributes to ast emp057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Emp057 01 - EMP057</a:t>
            </a:r>
          </a:p>
        </p:txBody>
      </p:sp>
      <p:sp>
        <p:nvSpPr>
          <p:cNvPr id="3" name="Content Placeholder 2"/>
          <p:cNvSpPr>
            <a:spLocks noGrp="1"/>
          </p:cNvSpPr>
          <p:nvPr>
            <p:ph idx="1"/>
          </p:nvPr>
        </p:nvSpPr>
        <p:spPr/>
        <p:txBody>
          <a:bodyPr/>
          <a:lstStyle/>
          <a:p>
            <a:r>
              <a:t>Slide 4: Executive Summary</a:t>
            </a:r>
          </a:p>
          <a:p>
            <a:pPr lvl="1"/>
            <a:r>
              <a:t>Section 1: Data quality remediation. EMP057 contributes to ast emp057 01 through recurring collaboration, clear ownership boundaries, and measurable outcomes. The team captures decisions, open issues, and handoffs so that knowledge remains discoverable for future programs.</a:t>
            </a:r>
          </a:p>
          <a:p>
            <a:pPr lvl="1"/>
            <a:r>
              <a:t>Section 2: Department KPI performance. EMP057 contributes to ast emp057 01 through recurring collaboration, clear ownership boundaries, and measurable outcomes. The team captures decisions, open issues, and handoffs so that knowledge remains discoverable for future programs.</a:t>
            </a:r>
          </a:p>
          <a:p>
            <a:pPr lvl="1"/>
            <a:r>
              <a:t>Section 3: Quarterly delivery milestones. EMP057 contributes to ast emp057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Emp057 01 - EMP057</a:t>
            </a:r>
          </a:p>
        </p:txBody>
      </p:sp>
      <p:sp>
        <p:nvSpPr>
          <p:cNvPr id="3" name="Content Placeholder 2"/>
          <p:cNvSpPr>
            <a:spLocks noGrp="1"/>
          </p:cNvSpPr>
          <p:nvPr>
            <p:ph idx="1"/>
          </p:nvPr>
        </p:nvSpPr>
        <p:spPr/>
        <p:txBody>
          <a:bodyPr/>
          <a:lstStyle/>
          <a:p>
            <a:r>
              <a:t>Slide 5: Executive Summary</a:t>
            </a:r>
          </a:p>
          <a:p>
            <a:pPr lvl="1"/>
            <a:r>
              <a:t>Section 1: Operational risk review. EMP057 contributes to ast emp057 01 through recurring collaboration, clear ownership boundaries, and measurable outcomes. The team captures decisions, open issues, and handoffs so that knowledge remains discoverable for future programs.</a:t>
            </a:r>
          </a:p>
          <a:p>
            <a:pPr lvl="1"/>
            <a:r>
              <a:t>Section 2: Fabric semantic model planning. EMP057 contributes to ast emp057 01 through recurring collaboration, clear ownership boundaries, and measurable outcomes. The team captures decisions, open issues, and handoffs so that knowledge remains discoverable for future programs.</a:t>
            </a:r>
          </a:p>
          <a:p>
            <a:pPr lvl="1"/>
            <a:r>
              <a:t>Section 3: Customer escalation analysis. EMP057 contributes to ast emp057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