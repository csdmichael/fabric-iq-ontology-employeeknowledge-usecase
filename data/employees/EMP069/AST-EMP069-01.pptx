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Emp069 01 - EMP069</a:t>
            </a:r>
          </a:p>
        </p:txBody>
      </p:sp>
      <p:sp>
        <p:nvSpPr>
          <p:cNvPr id="3" name="Content Placeholder 2"/>
          <p:cNvSpPr>
            <a:spLocks noGrp="1"/>
          </p:cNvSpPr>
          <p:nvPr>
            <p:ph idx="1"/>
          </p:nvPr>
        </p:nvSpPr>
        <p:spPr/>
        <p:txBody>
          <a:bodyPr/>
          <a:lstStyle/>
          <a:p>
            <a:r>
              <a:t>Slide 1: Executive Summary</a:t>
            </a:r>
          </a:p>
          <a:p>
            <a:pPr lvl="1"/>
            <a:r>
              <a:t>Section 1: Quarterly delivery milestones. EMP069 contributes to ast emp069 01 through recurring collaboration, clear ownership boundaries, and measurable outcomes. The team captures decisions, open issues, and handoffs so that knowledge remains discoverable for future programs.</a:t>
            </a:r>
          </a:p>
          <a:p>
            <a:pPr lvl="1"/>
            <a:r>
              <a:t>Section 2: Customer escalation analysis. EMP069 contributes to ast emp069 01 through recurring collaboration, clear ownership boundaries, and measurable outcomes. The team captures decisions, open issues, and handoffs so that knowledge remains discoverable for future programs.</a:t>
            </a:r>
          </a:p>
          <a:p>
            <a:pPr lvl="1"/>
            <a:r>
              <a:t>Section 3: Department KPI performance. EMP069 contributes to ast emp069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Emp069 01 - EMP069</a:t>
            </a:r>
          </a:p>
        </p:txBody>
      </p:sp>
      <p:sp>
        <p:nvSpPr>
          <p:cNvPr id="3" name="Content Placeholder 2"/>
          <p:cNvSpPr>
            <a:spLocks noGrp="1"/>
          </p:cNvSpPr>
          <p:nvPr>
            <p:ph idx="1"/>
          </p:nvPr>
        </p:nvSpPr>
        <p:spPr/>
        <p:txBody>
          <a:bodyPr/>
          <a:lstStyle/>
          <a:p>
            <a:r>
              <a:t>Slide 2: Executive Summary</a:t>
            </a:r>
          </a:p>
          <a:p>
            <a:pPr lvl="1"/>
            <a:r>
              <a:t>Section 1: Data quality remediation. EMP069 contributes to ast emp069 01 through recurring collaboration, clear ownership boundaries, and measurable outcomes. The team captures decisions, open issues, and handoffs so that knowledge remains discoverable for future programs.</a:t>
            </a:r>
          </a:p>
          <a:p>
            <a:pPr lvl="1"/>
            <a:r>
              <a:t>Section 2: Customer escalation analysis. EMP069 contributes to ast emp069 01 through recurring collaboration, clear ownership boundaries, and measurable outcomes. The team captures decisions, open issues, and handoffs so that knowledge remains discoverable for future programs.</a:t>
            </a:r>
          </a:p>
          <a:p>
            <a:pPr lvl="1"/>
            <a:r>
              <a:t>Section 3: Quarterly delivery milestones. EMP069 contributes to ast emp069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Emp069 01 - EMP069</a:t>
            </a:r>
          </a:p>
        </p:txBody>
      </p:sp>
      <p:sp>
        <p:nvSpPr>
          <p:cNvPr id="3" name="Content Placeholder 2"/>
          <p:cNvSpPr>
            <a:spLocks noGrp="1"/>
          </p:cNvSpPr>
          <p:nvPr>
            <p:ph idx="1"/>
          </p:nvPr>
        </p:nvSpPr>
        <p:spPr/>
        <p:txBody>
          <a:bodyPr/>
          <a:lstStyle/>
          <a:p>
            <a:r>
              <a:t>Slide 3: Executive Summary</a:t>
            </a:r>
          </a:p>
          <a:p>
            <a:pPr lvl="1"/>
            <a:r>
              <a:t>Section 1: Fabric semantic model planning. EMP069 contributes to ast emp069 01 through recurring collaboration, clear ownership boundaries, and measurable outcomes. The team captures decisions, open issues, and handoffs so that knowledge remains discoverable for future programs.</a:t>
            </a:r>
          </a:p>
          <a:p>
            <a:pPr lvl="1"/>
            <a:r>
              <a:t>Section 2: Data quality remediation. EMP069 contributes to ast emp069 01 through recurring collaboration, clear ownership boundaries, and measurable outcomes. The team captures decisions, open issues, and handoffs so that knowledge remains discoverable for future programs.</a:t>
            </a:r>
          </a:p>
          <a:p>
            <a:pPr lvl="1"/>
            <a:r>
              <a:t>Section 3: Automation backlog refinement. EMP069 contributes to ast emp069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Emp069 01 - EMP069</a:t>
            </a:r>
          </a:p>
        </p:txBody>
      </p:sp>
      <p:sp>
        <p:nvSpPr>
          <p:cNvPr id="3" name="Content Placeholder 2"/>
          <p:cNvSpPr>
            <a:spLocks noGrp="1"/>
          </p:cNvSpPr>
          <p:nvPr>
            <p:ph idx="1"/>
          </p:nvPr>
        </p:nvSpPr>
        <p:spPr/>
        <p:txBody>
          <a:bodyPr/>
          <a:lstStyle/>
          <a:p>
            <a:r>
              <a:t>Slide 4: Executive Summary</a:t>
            </a:r>
          </a:p>
          <a:p>
            <a:pPr lvl="1"/>
            <a:r>
              <a:t>Section 1: Automation backlog refinement. EMP069 contributes to ast emp069 01 through recurring collaboration, clear ownership boundaries, and measurable outcomes. The team captures decisions, open issues, and handoffs so that knowledge remains discoverable for future programs.</a:t>
            </a:r>
          </a:p>
          <a:p>
            <a:pPr lvl="1"/>
            <a:r>
              <a:t>Section 2: Knowledge transfer and onboarding. EMP069 contributes to ast emp069 01 through recurring collaboration, clear ownership boundaries, and measurable outcomes. The team captures decisions, open issues, and handoffs so that knowledge remains discoverable for future programs.</a:t>
            </a:r>
          </a:p>
          <a:p>
            <a:pPr lvl="1"/>
            <a:r>
              <a:t>Section 3: Operational risk review. EMP069 contributes to ast emp069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Emp069 01 - EMP069</a:t>
            </a:r>
          </a:p>
        </p:txBody>
      </p:sp>
      <p:sp>
        <p:nvSpPr>
          <p:cNvPr id="3" name="Content Placeholder 2"/>
          <p:cNvSpPr>
            <a:spLocks noGrp="1"/>
          </p:cNvSpPr>
          <p:nvPr>
            <p:ph idx="1"/>
          </p:nvPr>
        </p:nvSpPr>
        <p:spPr/>
        <p:txBody>
          <a:bodyPr/>
          <a:lstStyle/>
          <a:p>
            <a:r>
              <a:t>Slide 5: Executive Summary</a:t>
            </a:r>
          </a:p>
          <a:p>
            <a:pPr lvl="1"/>
            <a:r>
              <a:t>Section 1: Operational risk review. EMP069 contributes to ast emp069 01 through recurring collaboration, clear ownership boundaries, and measurable outcomes. The team captures decisions, open issues, and handoffs so that knowledge remains discoverable for future programs.</a:t>
            </a:r>
          </a:p>
          <a:p>
            <a:pPr lvl="1"/>
            <a:r>
              <a:t>Section 2: Knowledge transfer and onboarding. EMP069 contributes to ast emp069 01 through recurring collaboration, clear ownership boundaries, and measurable outcomes. The team captures decisions, open issues, and handoffs so that knowledge remains discoverable for future programs.</a:t>
            </a:r>
          </a:p>
          <a:p>
            <a:pPr lvl="1"/>
            <a:r>
              <a:t>Section 3: Operational risk review. EMP069 contributes to ast emp069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