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Emp006 01 - EMP006</a:t>
            </a:r>
          </a:p>
        </p:txBody>
      </p:sp>
      <p:sp>
        <p:nvSpPr>
          <p:cNvPr id="3" name="Content Placeholder 2"/>
          <p:cNvSpPr>
            <a:spLocks noGrp="1"/>
          </p:cNvSpPr>
          <p:nvPr>
            <p:ph idx="1"/>
          </p:nvPr>
        </p:nvSpPr>
        <p:spPr/>
        <p:txBody>
          <a:bodyPr/>
          <a:lstStyle/>
          <a:p>
            <a:r>
              <a:t>Slide 1: Executive Summary</a:t>
            </a:r>
          </a:p>
          <a:p>
            <a:pPr lvl="1"/>
            <a:r>
              <a:t>Section 1: Customer escalation analysis. EMP006 contributes to ast emp006 01 through recurring collaboration, clear ownership boundaries, and measurable outcomes. The team captures decisions, open issues, and handoffs so that knowledge remains discoverable for future programs.</a:t>
            </a:r>
          </a:p>
          <a:p>
            <a:pPr lvl="1"/>
            <a:r>
              <a:t>Section 2: Automation backlog refinement. EMP006 contributes to ast emp006 01 through recurring collaboration, clear ownership boundaries, and measurable outcomes. The team captures decisions, open issues, and handoffs so that knowledge remains discoverable for future programs.</a:t>
            </a:r>
          </a:p>
          <a:p>
            <a:pPr lvl="1"/>
            <a:r>
              <a:t>Section 3: Knowledge transfer and onboarding. EMP006 contributes to ast emp006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Emp006 01 - EMP006</a:t>
            </a:r>
          </a:p>
        </p:txBody>
      </p:sp>
      <p:sp>
        <p:nvSpPr>
          <p:cNvPr id="3" name="Content Placeholder 2"/>
          <p:cNvSpPr>
            <a:spLocks noGrp="1"/>
          </p:cNvSpPr>
          <p:nvPr>
            <p:ph idx="1"/>
          </p:nvPr>
        </p:nvSpPr>
        <p:spPr/>
        <p:txBody>
          <a:bodyPr/>
          <a:lstStyle/>
          <a:p>
            <a:r>
              <a:t>Slide 2: Executive Summary</a:t>
            </a:r>
          </a:p>
          <a:p>
            <a:pPr lvl="1"/>
            <a:r>
              <a:t>Section 1: Customer escalation analysis. EMP006 contributes to ast emp006 01 through recurring collaboration, clear ownership boundaries, and measurable outcomes. The team captures decisions, open issues, and handoffs so that knowledge remains discoverable for future programs.</a:t>
            </a:r>
          </a:p>
          <a:p>
            <a:pPr lvl="1"/>
            <a:r>
              <a:t>Section 2: Fabric semantic model planning. EMP006 contributes to ast emp006 01 through recurring collaboration, clear ownership boundaries, and measurable outcomes. The team captures decisions, open issues, and handoffs so that knowledge remains discoverable for future programs.</a:t>
            </a:r>
          </a:p>
          <a:p>
            <a:pPr lvl="1"/>
            <a:r>
              <a:t>Section 3: Knowledge transfer and onboarding. EMP006 contributes to ast emp006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Emp006 01 - EMP006</a:t>
            </a:r>
          </a:p>
        </p:txBody>
      </p:sp>
      <p:sp>
        <p:nvSpPr>
          <p:cNvPr id="3" name="Content Placeholder 2"/>
          <p:cNvSpPr>
            <a:spLocks noGrp="1"/>
          </p:cNvSpPr>
          <p:nvPr>
            <p:ph idx="1"/>
          </p:nvPr>
        </p:nvSpPr>
        <p:spPr/>
        <p:txBody>
          <a:bodyPr/>
          <a:lstStyle/>
          <a:p>
            <a:r>
              <a:t>Slide 3: Executive Summary</a:t>
            </a:r>
          </a:p>
          <a:p>
            <a:pPr lvl="1"/>
            <a:r>
              <a:t>Section 1: Data quality remediation. EMP006 contributes to ast emp006 01 through recurring collaboration, clear ownership boundaries, and measurable outcomes. The team captures decisions, open issues, and handoffs so that knowledge remains discoverable for future programs.</a:t>
            </a:r>
          </a:p>
          <a:p>
            <a:pPr lvl="1"/>
            <a:r>
              <a:t>Section 2: Knowledge transfer and onboarding. EMP006 contributes to ast emp006 01 through recurring collaboration, clear ownership boundaries, and measurable outcomes. The team captures decisions, open issues, and handoffs so that knowledge remains discoverable for future programs.</a:t>
            </a:r>
          </a:p>
          <a:p>
            <a:pPr lvl="1"/>
            <a:r>
              <a:t>Section 3: Fabric semantic model planning. EMP006 contributes to ast emp006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Emp006 01 - EMP006</a:t>
            </a:r>
          </a:p>
        </p:txBody>
      </p:sp>
      <p:sp>
        <p:nvSpPr>
          <p:cNvPr id="3" name="Content Placeholder 2"/>
          <p:cNvSpPr>
            <a:spLocks noGrp="1"/>
          </p:cNvSpPr>
          <p:nvPr>
            <p:ph idx="1"/>
          </p:nvPr>
        </p:nvSpPr>
        <p:spPr/>
        <p:txBody>
          <a:bodyPr/>
          <a:lstStyle/>
          <a:p>
            <a:r>
              <a:t>Slide 4: Executive Summary</a:t>
            </a:r>
          </a:p>
          <a:p>
            <a:pPr lvl="1"/>
            <a:r>
              <a:t>Section 1: Data quality remediation. EMP006 contributes to ast emp006 01 through recurring collaboration, clear ownership boundaries, and measurable outcomes. The team captures decisions, open issues, and handoffs so that knowledge remains discoverable for future programs.</a:t>
            </a:r>
          </a:p>
          <a:p>
            <a:pPr lvl="1"/>
            <a:r>
              <a:t>Section 2: Department KPI performance. EMP006 contributes to ast emp006 01 through recurring collaboration, clear ownership boundaries, and measurable outcomes. The team captures decisions, open issues, and handoffs so that knowledge remains discoverable for future programs.</a:t>
            </a:r>
          </a:p>
          <a:p>
            <a:pPr lvl="1"/>
            <a:r>
              <a:t>Section 3: Data quality remediation. EMP006 contributes to ast emp006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Emp006 01 - EMP006</a:t>
            </a:r>
          </a:p>
        </p:txBody>
      </p:sp>
      <p:sp>
        <p:nvSpPr>
          <p:cNvPr id="3" name="Content Placeholder 2"/>
          <p:cNvSpPr>
            <a:spLocks noGrp="1"/>
          </p:cNvSpPr>
          <p:nvPr>
            <p:ph idx="1"/>
          </p:nvPr>
        </p:nvSpPr>
        <p:spPr/>
        <p:txBody>
          <a:bodyPr/>
          <a:lstStyle/>
          <a:p>
            <a:r>
              <a:t>Slide 5: Executive Summary</a:t>
            </a:r>
          </a:p>
          <a:p>
            <a:pPr lvl="1"/>
            <a:r>
              <a:t>Section 1: Fabric semantic model planning. EMP006 contributes to ast emp006 01 through recurring collaboration, clear ownership boundaries, and measurable outcomes. The team captures decisions, open issues, and handoffs so that knowledge remains discoverable for future programs.</a:t>
            </a:r>
          </a:p>
          <a:p>
            <a:pPr lvl="1"/>
            <a:r>
              <a:t>Section 2: Fabric semantic model planning. EMP006 contributes to ast emp006 01 through recurring collaboration, clear ownership boundaries, and measurable outcomes. The team captures decisions, open issues, and handoffs so that knowledge remains discoverable for future programs.</a:t>
            </a:r>
          </a:p>
          <a:p>
            <a:pPr lvl="1"/>
            <a:r>
              <a:t>Section 3: Knowledge transfer and onboarding. EMP006 contributes to ast emp006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