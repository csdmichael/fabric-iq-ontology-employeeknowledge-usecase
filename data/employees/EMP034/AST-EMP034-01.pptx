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Emp034 01 - EMP034</a:t>
            </a:r>
          </a:p>
        </p:txBody>
      </p:sp>
      <p:sp>
        <p:nvSpPr>
          <p:cNvPr id="3" name="Content Placeholder 2"/>
          <p:cNvSpPr>
            <a:spLocks noGrp="1"/>
          </p:cNvSpPr>
          <p:nvPr>
            <p:ph idx="1"/>
          </p:nvPr>
        </p:nvSpPr>
        <p:spPr/>
        <p:txBody>
          <a:bodyPr/>
          <a:lstStyle/>
          <a:p>
            <a:r>
              <a:t>Slide 1: Executive Summary</a:t>
            </a:r>
          </a:p>
          <a:p>
            <a:pPr lvl="1"/>
            <a:r>
              <a:t>Section 1: Quarterly delivery milestones. EMP034 contributes to ast emp034 01 through recurring collaboration, clear ownership boundaries, and measurable outcomes. The team captures decisions, open issues, and handoffs so that knowledge remains discoverable for future programs.</a:t>
            </a:r>
          </a:p>
          <a:p>
            <a:pPr lvl="1"/>
            <a:r>
              <a:t>Section 2: Automation backlog refinement. EMP034 contributes to ast emp034 01 through recurring collaboration, clear ownership boundaries, and measurable outcomes. The team captures decisions, open issues, and handoffs so that knowledge remains discoverable for future programs.</a:t>
            </a:r>
          </a:p>
          <a:p>
            <a:pPr lvl="1"/>
            <a:r>
              <a:t>Section 3: Operational risk review. EMP034 contributes to ast emp034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Emp034 01 - EMP034</a:t>
            </a:r>
          </a:p>
        </p:txBody>
      </p:sp>
      <p:sp>
        <p:nvSpPr>
          <p:cNvPr id="3" name="Content Placeholder 2"/>
          <p:cNvSpPr>
            <a:spLocks noGrp="1"/>
          </p:cNvSpPr>
          <p:nvPr>
            <p:ph idx="1"/>
          </p:nvPr>
        </p:nvSpPr>
        <p:spPr/>
        <p:txBody>
          <a:bodyPr/>
          <a:lstStyle/>
          <a:p>
            <a:r>
              <a:t>Slide 2: Executive Summary</a:t>
            </a:r>
          </a:p>
          <a:p>
            <a:pPr lvl="1"/>
            <a:r>
              <a:t>Section 1: Quarterly delivery milestones. EMP034 contributes to ast emp034 01 through recurring collaboration, clear ownership boundaries, and measurable outcomes. The team captures decisions, open issues, and handoffs so that knowledge remains discoverable for future programs.</a:t>
            </a:r>
          </a:p>
          <a:p>
            <a:pPr lvl="1"/>
            <a:r>
              <a:t>Section 2: Department KPI performance. EMP034 contributes to ast emp034 01 through recurring collaboration, clear ownership boundaries, and measurable outcomes. The team captures decisions, open issues, and handoffs so that knowledge remains discoverable for future programs.</a:t>
            </a:r>
          </a:p>
          <a:p>
            <a:pPr lvl="1"/>
            <a:r>
              <a:t>Section 3: Knowledge transfer and onboarding. EMP034 contributes to ast emp034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Emp034 01 - EMP034</a:t>
            </a:r>
          </a:p>
        </p:txBody>
      </p:sp>
      <p:sp>
        <p:nvSpPr>
          <p:cNvPr id="3" name="Content Placeholder 2"/>
          <p:cNvSpPr>
            <a:spLocks noGrp="1"/>
          </p:cNvSpPr>
          <p:nvPr>
            <p:ph idx="1"/>
          </p:nvPr>
        </p:nvSpPr>
        <p:spPr/>
        <p:txBody>
          <a:bodyPr/>
          <a:lstStyle/>
          <a:p>
            <a:r>
              <a:t>Slide 3: Executive Summary</a:t>
            </a:r>
          </a:p>
          <a:p>
            <a:pPr lvl="1"/>
            <a:r>
              <a:t>Section 1: Department KPI performance. EMP034 contributes to ast emp034 01 through recurring collaboration, clear ownership boundaries, and measurable outcomes. The team captures decisions, open issues, and handoffs so that knowledge remains discoverable for future programs.</a:t>
            </a:r>
          </a:p>
          <a:p>
            <a:pPr lvl="1"/>
            <a:r>
              <a:t>Section 2: Data quality remediation. EMP034 contributes to ast emp034 01 through recurring collaboration, clear ownership boundaries, and measurable outcomes. The team captures decisions, open issues, and handoffs so that knowledge remains discoverable for future programs.</a:t>
            </a:r>
          </a:p>
          <a:p>
            <a:pPr lvl="1"/>
            <a:r>
              <a:t>Section 3: Quarterly delivery milestones. EMP034 contributes to ast emp034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Emp034 01 - EMP034</a:t>
            </a:r>
          </a:p>
        </p:txBody>
      </p:sp>
      <p:sp>
        <p:nvSpPr>
          <p:cNvPr id="3" name="Content Placeholder 2"/>
          <p:cNvSpPr>
            <a:spLocks noGrp="1"/>
          </p:cNvSpPr>
          <p:nvPr>
            <p:ph idx="1"/>
          </p:nvPr>
        </p:nvSpPr>
        <p:spPr/>
        <p:txBody>
          <a:bodyPr/>
          <a:lstStyle/>
          <a:p>
            <a:r>
              <a:t>Slide 4: Executive Summary</a:t>
            </a:r>
          </a:p>
          <a:p>
            <a:pPr lvl="1"/>
            <a:r>
              <a:t>Section 1: Automation backlog refinement. EMP034 contributes to ast emp034 01 through recurring collaboration, clear ownership boundaries, and measurable outcomes. The team captures decisions, open issues, and handoffs so that knowledge remains discoverable for future programs.</a:t>
            </a:r>
          </a:p>
          <a:p>
            <a:pPr lvl="1"/>
            <a:r>
              <a:t>Section 2: Automation backlog refinement. EMP034 contributes to ast emp034 01 through recurring collaboration, clear ownership boundaries, and measurable outcomes. The team captures decisions, open issues, and handoffs so that knowledge remains discoverable for future programs.</a:t>
            </a:r>
          </a:p>
          <a:p>
            <a:pPr lvl="1"/>
            <a:r>
              <a:t>Section 3: Automation backlog refinement. EMP034 contributes to ast emp034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Emp034 01 - EMP034</a:t>
            </a:r>
          </a:p>
        </p:txBody>
      </p:sp>
      <p:sp>
        <p:nvSpPr>
          <p:cNvPr id="3" name="Content Placeholder 2"/>
          <p:cNvSpPr>
            <a:spLocks noGrp="1"/>
          </p:cNvSpPr>
          <p:nvPr>
            <p:ph idx="1"/>
          </p:nvPr>
        </p:nvSpPr>
        <p:spPr/>
        <p:txBody>
          <a:bodyPr/>
          <a:lstStyle/>
          <a:p>
            <a:r>
              <a:t>Slide 5: Executive Summary</a:t>
            </a:r>
          </a:p>
          <a:p>
            <a:pPr lvl="1"/>
            <a:r>
              <a:t>Section 1: Quarterly delivery milestones. EMP034 contributes to ast emp034 01 through recurring collaboration, clear ownership boundaries, and measurable outcomes. The team captures decisions, open issues, and handoffs so that knowledge remains discoverable for future programs.</a:t>
            </a:r>
          </a:p>
          <a:p>
            <a:pPr lvl="1"/>
            <a:r>
              <a:t>Section 2: Fabric semantic model planning. EMP034 contributes to ast emp034 01 through recurring collaboration, clear ownership boundaries, and measurable outcomes. The team captures decisions, open issues, and handoffs so that knowledge remains discoverable for future programs.</a:t>
            </a:r>
          </a:p>
          <a:p>
            <a:pPr lvl="1"/>
            <a:r>
              <a:t>Section 3: Data quality remediation. EMP034 contributes to ast emp034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