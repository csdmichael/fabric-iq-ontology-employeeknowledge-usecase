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Manager | HR</a:t>
            </a:r>
          </a:p>
          <a:p>
            <a:r>
              <a:t>Prepared: 2025-02-05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Morgan Smith (Manager)</a:t>
            </a:r>
          </a:p>
          <a:p>
            <a:r>
              <a:t>Location: Fremont | Skills: Python, Ontology, SQL, Kusto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Morgan Smith (Manager)</a:t>
            </a:r>
          </a:p>
          <a:p>
            <a:r>
              <a:t>Location: Fremont | Skills: Python, Ontology, SQL, Kusto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Morgan Smith (Manager)</a:t>
            </a:r>
          </a:p>
          <a:p>
            <a:r>
              <a:t>Location: Fremont | Skills: Python, Ontology, SQL, Kusto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