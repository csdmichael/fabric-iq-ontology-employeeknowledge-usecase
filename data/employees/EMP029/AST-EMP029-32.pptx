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Emp029 32 - EMP029</a:t>
            </a:r>
          </a:p>
        </p:txBody>
      </p:sp>
      <p:sp>
        <p:nvSpPr>
          <p:cNvPr id="3" name="Content Placeholder 2"/>
          <p:cNvSpPr>
            <a:spLocks noGrp="1"/>
          </p:cNvSpPr>
          <p:nvPr>
            <p:ph idx="1"/>
          </p:nvPr>
        </p:nvSpPr>
        <p:spPr/>
        <p:txBody>
          <a:bodyPr/>
          <a:lstStyle/>
          <a:p>
            <a:r>
              <a:t>Slide 1: Executive Summary</a:t>
            </a:r>
          </a:p>
          <a:p>
            <a:pPr lvl="1"/>
            <a:r>
              <a:t>Section 1: Knowledge transfer and onboarding. EMP029 contributes to ast emp029 32 through recurring collaboration, clear ownership boundaries, and measurable outcomes. The team captures decisions, open issues, and handoffs so that knowledge remains discoverable for future programs.</a:t>
            </a:r>
          </a:p>
          <a:p>
            <a:pPr lvl="1"/>
            <a:r>
              <a:t>Section 2: Operational risk review. EMP029 contributes to ast emp029 32 through recurring collaboration, clear ownership boundaries, and measurable outcomes. The team captures decisions, open issues, and handoffs so that knowledge remains discoverable for future programs.</a:t>
            </a:r>
          </a:p>
          <a:p>
            <a:pPr lvl="1"/>
            <a:r>
              <a:t>Section 3: Knowledge transfer and onboarding. EMP029 contributes to ast emp029 32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Emp029 32 - EMP029</a:t>
            </a:r>
          </a:p>
        </p:txBody>
      </p:sp>
      <p:sp>
        <p:nvSpPr>
          <p:cNvPr id="3" name="Content Placeholder 2"/>
          <p:cNvSpPr>
            <a:spLocks noGrp="1"/>
          </p:cNvSpPr>
          <p:nvPr>
            <p:ph idx="1"/>
          </p:nvPr>
        </p:nvSpPr>
        <p:spPr/>
        <p:txBody>
          <a:bodyPr/>
          <a:lstStyle/>
          <a:p>
            <a:r>
              <a:t>Slide 2: Executive Summary</a:t>
            </a:r>
          </a:p>
          <a:p>
            <a:pPr lvl="1"/>
            <a:r>
              <a:t>Section 1: Department KPI performance. EMP029 contributes to ast emp029 32 through recurring collaboration, clear ownership boundaries, and measurable outcomes. The team captures decisions, open issues, and handoffs so that knowledge remains discoverable for future programs.</a:t>
            </a:r>
          </a:p>
          <a:p>
            <a:pPr lvl="1"/>
            <a:r>
              <a:t>Section 2: Knowledge transfer and onboarding. EMP029 contributes to ast emp029 32 through recurring collaboration, clear ownership boundaries, and measurable outcomes. The team captures decisions, open issues, and handoffs so that knowledge remains discoverable for future programs.</a:t>
            </a:r>
          </a:p>
          <a:p>
            <a:pPr lvl="1"/>
            <a:r>
              <a:t>Section 3: Quarterly delivery milestones. EMP029 contributes to ast emp029 32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Emp029 32 - EMP029</a:t>
            </a:r>
          </a:p>
        </p:txBody>
      </p:sp>
      <p:sp>
        <p:nvSpPr>
          <p:cNvPr id="3" name="Content Placeholder 2"/>
          <p:cNvSpPr>
            <a:spLocks noGrp="1"/>
          </p:cNvSpPr>
          <p:nvPr>
            <p:ph idx="1"/>
          </p:nvPr>
        </p:nvSpPr>
        <p:spPr/>
        <p:txBody>
          <a:bodyPr/>
          <a:lstStyle/>
          <a:p>
            <a:r>
              <a:t>Slide 3: Executive Summary</a:t>
            </a:r>
          </a:p>
          <a:p>
            <a:pPr lvl="1"/>
            <a:r>
              <a:t>Section 1: Knowledge transfer and onboarding. EMP029 contributes to ast emp029 32 through recurring collaboration, clear ownership boundaries, and measurable outcomes. The team captures decisions, open issues, and handoffs so that knowledge remains discoverable for future programs.</a:t>
            </a:r>
          </a:p>
          <a:p>
            <a:pPr lvl="1"/>
            <a:r>
              <a:t>Section 2: Fabric semantic model planning. EMP029 contributes to ast emp029 32 through recurring collaboration, clear ownership boundaries, and measurable outcomes. The team captures decisions, open issues, and handoffs so that knowledge remains discoverable for future programs.</a:t>
            </a:r>
          </a:p>
          <a:p>
            <a:pPr lvl="1"/>
            <a:r>
              <a:t>Section 3: Knowledge transfer and onboarding. EMP029 contributes to ast emp029 32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Emp029 32 - EMP029</a:t>
            </a:r>
          </a:p>
        </p:txBody>
      </p:sp>
      <p:sp>
        <p:nvSpPr>
          <p:cNvPr id="3" name="Content Placeholder 2"/>
          <p:cNvSpPr>
            <a:spLocks noGrp="1"/>
          </p:cNvSpPr>
          <p:nvPr>
            <p:ph idx="1"/>
          </p:nvPr>
        </p:nvSpPr>
        <p:spPr/>
        <p:txBody>
          <a:bodyPr/>
          <a:lstStyle/>
          <a:p>
            <a:r>
              <a:t>Slide 4: Executive Summary</a:t>
            </a:r>
          </a:p>
          <a:p>
            <a:pPr lvl="1"/>
            <a:r>
              <a:t>Section 1: Fabric semantic model planning. EMP029 contributes to ast emp029 32 through recurring collaboration, clear ownership boundaries, and measurable outcomes. The team captures decisions, open issues, and handoffs so that knowledge remains discoverable for future programs.</a:t>
            </a:r>
          </a:p>
          <a:p>
            <a:pPr lvl="1"/>
            <a:r>
              <a:t>Section 2: Customer escalation analysis. EMP029 contributes to ast emp029 32 through recurring collaboration, clear ownership boundaries, and measurable outcomes. The team captures decisions, open issues, and handoffs so that knowledge remains discoverable for future programs.</a:t>
            </a:r>
          </a:p>
          <a:p>
            <a:pPr lvl="1"/>
            <a:r>
              <a:t>Section 3: Automation backlog refinement. EMP029 contributes to ast emp029 32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Emp029 32 - EMP029</a:t>
            </a:r>
          </a:p>
        </p:txBody>
      </p:sp>
      <p:sp>
        <p:nvSpPr>
          <p:cNvPr id="3" name="Content Placeholder 2"/>
          <p:cNvSpPr>
            <a:spLocks noGrp="1"/>
          </p:cNvSpPr>
          <p:nvPr>
            <p:ph idx="1"/>
          </p:nvPr>
        </p:nvSpPr>
        <p:spPr/>
        <p:txBody>
          <a:bodyPr/>
          <a:lstStyle/>
          <a:p>
            <a:r>
              <a:t>Slide 5: Executive Summary</a:t>
            </a:r>
          </a:p>
          <a:p>
            <a:pPr lvl="1"/>
            <a:r>
              <a:t>Section 1: Knowledge transfer and onboarding. EMP029 contributes to ast emp029 32 through recurring collaboration, clear ownership boundaries, and measurable outcomes. The team captures decisions, open issues, and handoffs so that knowledge remains discoverable for future programs.</a:t>
            </a:r>
          </a:p>
          <a:p>
            <a:pPr lvl="1"/>
            <a:r>
              <a:t>Section 2: Fabric semantic model planning. EMP029 contributes to ast emp029 32 through recurring collaboration, clear ownership boundaries, and measurable outcomes. The team captures decisions, open issues, and handoffs so that knowledge remains discoverable for future programs.</a:t>
            </a:r>
          </a:p>
          <a:p>
            <a:pPr lvl="1"/>
            <a:r>
              <a:t>Section 3: Quarterly delivery milestones. EMP029 contributes to ast emp029 32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