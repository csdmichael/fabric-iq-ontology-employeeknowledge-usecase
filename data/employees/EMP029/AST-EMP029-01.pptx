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Emp029 01 - EMP029</a:t>
            </a:r>
          </a:p>
        </p:txBody>
      </p:sp>
      <p:sp>
        <p:nvSpPr>
          <p:cNvPr id="3" name="Content Placeholder 2"/>
          <p:cNvSpPr>
            <a:spLocks noGrp="1"/>
          </p:cNvSpPr>
          <p:nvPr>
            <p:ph idx="1"/>
          </p:nvPr>
        </p:nvSpPr>
        <p:spPr/>
        <p:txBody>
          <a:bodyPr/>
          <a:lstStyle/>
          <a:p>
            <a:r>
              <a:t>Slide 1: Executive Summary</a:t>
            </a:r>
          </a:p>
          <a:p>
            <a:pPr lvl="1"/>
            <a:r>
              <a:t>Section 1: Quarterly delivery milestones. EMP029 contributes to ast emp029 01 through recurring collaboration, clear ownership boundaries, and measurable outcomes. The team captures decisions, open issues, and handoffs so that knowledge remains discoverable for future programs.</a:t>
            </a:r>
          </a:p>
          <a:p>
            <a:pPr lvl="1"/>
            <a:r>
              <a:t>Section 2: Operational risk review. EMP029 contributes to ast emp029 01 through recurring collaboration, clear ownership boundaries, and measurable outcomes. The team captures decisions, open issues, and handoffs so that knowledge remains discoverable for future programs.</a:t>
            </a:r>
          </a:p>
          <a:p>
            <a:pPr lvl="1"/>
            <a:r>
              <a:t>Section 3: Data quality remediation. EMP029 contributes to ast emp029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Emp029 01 - EMP029</a:t>
            </a:r>
          </a:p>
        </p:txBody>
      </p:sp>
      <p:sp>
        <p:nvSpPr>
          <p:cNvPr id="3" name="Content Placeholder 2"/>
          <p:cNvSpPr>
            <a:spLocks noGrp="1"/>
          </p:cNvSpPr>
          <p:nvPr>
            <p:ph idx="1"/>
          </p:nvPr>
        </p:nvSpPr>
        <p:spPr/>
        <p:txBody>
          <a:bodyPr/>
          <a:lstStyle/>
          <a:p>
            <a:r>
              <a:t>Slide 2: Executive Summary</a:t>
            </a:r>
          </a:p>
          <a:p>
            <a:pPr lvl="1"/>
            <a:r>
              <a:t>Section 1: Automation backlog refinement. EMP029 contributes to ast emp029 01 through recurring collaboration, clear ownership boundaries, and measurable outcomes. The team captures decisions, open issues, and handoffs so that knowledge remains discoverable for future programs.</a:t>
            </a:r>
          </a:p>
          <a:p>
            <a:pPr lvl="1"/>
            <a:r>
              <a:t>Section 2: Quarterly delivery milestones. EMP029 contributes to ast emp029 01 through recurring collaboration, clear ownership boundaries, and measurable outcomes. The team captures decisions, open issues, and handoffs so that knowledge remains discoverable for future programs.</a:t>
            </a:r>
          </a:p>
          <a:p>
            <a:pPr lvl="1"/>
            <a:r>
              <a:t>Section 3: Quarterly delivery milestones. EMP029 contributes to ast emp029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Emp029 01 - EMP029</a:t>
            </a:r>
          </a:p>
        </p:txBody>
      </p:sp>
      <p:sp>
        <p:nvSpPr>
          <p:cNvPr id="3" name="Content Placeholder 2"/>
          <p:cNvSpPr>
            <a:spLocks noGrp="1"/>
          </p:cNvSpPr>
          <p:nvPr>
            <p:ph idx="1"/>
          </p:nvPr>
        </p:nvSpPr>
        <p:spPr/>
        <p:txBody>
          <a:bodyPr/>
          <a:lstStyle/>
          <a:p>
            <a:r>
              <a:t>Slide 3: Executive Summary</a:t>
            </a:r>
          </a:p>
          <a:p>
            <a:pPr lvl="1"/>
            <a:r>
              <a:t>Section 1: Customer escalation analysis. EMP029 contributes to ast emp029 01 through recurring collaboration, clear ownership boundaries, and measurable outcomes. The team captures decisions, open issues, and handoffs so that knowledge remains discoverable for future programs.</a:t>
            </a:r>
          </a:p>
          <a:p>
            <a:pPr lvl="1"/>
            <a:r>
              <a:t>Section 2: Department KPI performance. EMP029 contributes to ast emp029 01 through recurring collaboration, clear ownership boundaries, and measurable outcomes. The team captures decisions, open issues, and handoffs so that knowledge remains discoverable for future programs.</a:t>
            </a:r>
          </a:p>
          <a:p>
            <a:pPr lvl="1"/>
            <a:r>
              <a:t>Section 3: Quarterly delivery milestones. EMP029 contributes to ast emp029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Emp029 01 - EMP029</a:t>
            </a:r>
          </a:p>
        </p:txBody>
      </p:sp>
      <p:sp>
        <p:nvSpPr>
          <p:cNvPr id="3" name="Content Placeholder 2"/>
          <p:cNvSpPr>
            <a:spLocks noGrp="1"/>
          </p:cNvSpPr>
          <p:nvPr>
            <p:ph idx="1"/>
          </p:nvPr>
        </p:nvSpPr>
        <p:spPr/>
        <p:txBody>
          <a:bodyPr/>
          <a:lstStyle/>
          <a:p>
            <a:r>
              <a:t>Slide 4: Executive Summary</a:t>
            </a:r>
          </a:p>
          <a:p>
            <a:pPr lvl="1"/>
            <a:r>
              <a:t>Section 1: Automation backlog refinement. EMP029 contributes to ast emp029 01 through recurring collaboration, clear ownership boundaries, and measurable outcomes. The team captures decisions, open issues, and handoffs so that knowledge remains discoverable for future programs.</a:t>
            </a:r>
          </a:p>
          <a:p>
            <a:pPr lvl="1"/>
            <a:r>
              <a:t>Section 2: Data quality remediation. EMP029 contributes to ast emp029 01 through recurring collaboration, clear ownership boundaries, and measurable outcomes. The team captures decisions, open issues, and handoffs so that knowledge remains discoverable for future programs.</a:t>
            </a:r>
          </a:p>
          <a:p>
            <a:pPr lvl="1"/>
            <a:r>
              <a:t>Section 3: Automation backlog refinement. EMP029 contributes to ast emp029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Emp029 01 - EMP029</a:t>
            </a:r>
          </a:p>
        </p:txBody>
      </p:sp>
      <p:sp>
        <p:nvSpPr>
          <p:cNvPr id="3" name="Content Placeholder 2"/>
          <p:cNvSpPr>
            <a:spLocks noGrp="1"/>
          </p:cNvSpPr>
          <p:nvPr>
            <p:ph idx="1"/>
          </p:nvPr>
        </p:nvSpPr>
        <p:spPr/>
        <p:txBody>
          <a:bodyPr/>
          <a:lstStyle/>
          <a:p>
            <a:r>
              <a:t>Slide 5: Executive Summary</a:t>
            </a:r>
          </a:p>
          <a:p>
            <a:pPr lvl="1"/>
            <a:r>
              <a:t>Section 1: Department KPI performance. EMP029 contributes to ast emp029 01 through recurring collaboration, clear ownership boundaries, and measurable outcomes. The team captures decisions, open issues, and handoffs so that knowledge remains discoverable for future programs.</a:t>
            </a:r>
          </a:p>
          <a:p>
            <a:pPr lvl="1"/>
            <a:r>
              <a:t>Section 2: Operational risk review. EMP029 contributes to ast emp029 01 through recurring collaboration, clear ownership boundaries, and measurable outcomes. The team captures decisions, open issues, and handoffs so that knowledge remains discoverable for future programs.</a:t>
            </a:r>
          </a:p>
          <a:p>
            <a:pPr lvl="1"/>
            <a:r>
              <a:t>Section 3: Operational risk review. EMP029 contributes to ast emp029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