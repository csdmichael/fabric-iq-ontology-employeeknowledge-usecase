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Emp041 28 - EMP041</a:t>
            </a:r>
          </a:p>
        </p:txBody>
      </p:sp>
      <p:sp>
        <p:nvSpPr>
          <p:cNvPr id="3" name="Content Placeholder 2"/>
          <p:cNvSpPr>
            <a:spLocks noGrp="1"/>
          </p:cNvSpPr>
          <p:nvPr>
            <p:ph idx="1"/>
          </p:nvPr>
        </p:nvSpPr>
        <p:spPr/>
        <p:txBody>
          <a:bodyPr/>
          <a:lstStyle/>
          <a:p>
            <a:r>
              <a:t>Slide 1: Executive Summary</a:t>
            </a:r>
          </a:p>
          <a:p>
            <a:pPr lvl="1"/>
            <a:r>
              <a:t>Section 1: Fabric semantic model planning. EMP041 contributes to ast emp041 28 through recurring collaboration, clear ownership boundaries, and measurable outcomes. The team captures decisions, open issues, and handoffs so that knowledge remains discoverable for future programs.</a:t>
            </a:r>
          </a:p>
          <a:p>
            <a:pPr lvl="1"/>
            <a:r>
              <a:t>Section 2: Automation backlog refinement. EMP041 contributes to ast emp041 28 through recurring collaboration, clear ownership boundaries, and measurable outcomes. The team captures decisions, open issues, and handoffs so that knowledge remains discoverable for future programs.</a:t>
            </a:r>
          </a:p>
          <a:p>
            <a:pPr lvl="1"/>
            <a:r>
              <a:t>Section 3: Customer escalation analysis. EMP041 contributes to ast emp041 28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Emp041 28 - EMP041</a:t>
            </a:r>
          </a:p>
        </p:txBody>
      </p:sp>
      <p:sp>
        <p:nvSpPr>
          <p:cNvPr id="3" name="Content Placeholder 2"/>
          <p:cNvSpPr>
            <a:spLocks noGrp="1"/>
          </p:cNvSpPr>
          <p:nvPr>
            <p:ph idx="1"/>
          </p:nvPr>
        </p:nvSpPr>
        <p:spPr/>
        <p:txBody>
          <a:bodyPr/>
          <a:lstStyle/>
          <a:p>
            <a:r>
              <a:t>Slide 2: Executive Summary</a:t>
            </a:r>
          </a:p>
          <a:p>
            <a:pPr lvl="1"/>
            <a:r>
              <a:t>Section 1: Data quality remediation. EMP041 contributes to ast emp041 28 through recurring collaboration, clear ownership boundaries, and measurable outcomes. The team captures decisions, open issues, and handoffs so that knowledge remains discoverable for future programs.</a:t>
            </a:r>
          </a:p>
          <a:p>
            <a:pPr lvl="1"/>
            <a:r>
              <a:t>Section 2: Department KPI performance. EMP041 contributes to ast emp041 28 through recurring collaboration, clear ownership boundaries, and measurable outcomes. The team captures decisions, open issues, and handoffs so that knowledge remains discoverable for future programs.</a:t>
            </a:r>
          </a:p>
          <a:p>
            <a:pPr lvl="1"/>
            <a:r>
              <a:t>Section 3: Operational risk review. EMP041 contributes to ast emp041 28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Emp041 28 - EMP041</a:t>
            </a:r>
          </a:p>
        </p:txBody>
      </p:sp>
      <p:sp>
        <p:nvSpPr>
          <p:cNvPr id="3" name="Content Placeholder 2"/>
          <p:cNvSpPr>
            <a:spLocks noGrp="1"/>
          </p:cNvSpPr>
          <p:nvPr>
            <p:ph idx="1"/>
          </p:nvPr>
        </p:nvSpPr>
        <p:spPr/>
        <p:txBody>
          <a:bodyPr/>
          <a:lstStyle/>
          <a:p>
            <a:r>
              <a:t>Slide 3: Executive Summary</a:t>
            </a:r>
          </a:p>
          <a:p>
            <a:pPr lvl="1"/>
            <a:r>
              <a:t>Section 1: Data quality remediation. EMP041 contributes to ast emp041 28 through recurring collaboration, clear ownership boundaries, and measurable outcomes. The team captures decisions, open issues, and handoffs so that knowledge remains discoverable for future programs.</a:t>
            </a:r>
          </a:p>
          <a:p>
            <a:pPr lvl="1"/>
            <a:r>
              <a:t>Section 2: Customer escalation analysis. EMP041 contributes to ast emp041 28 through recurring collaboration, clear ownership boundaries, and measurable outcomes. The team captures decisions, open issues, and handoffs so that knowledge remains discoverable for future programs.</a:t>
            </a:r>
          </a:p>
          <a:p>
            <a:pPr lvl="1"/>
            <a:r>
              <a:t>Section 3: Fabric semantic model planning. EMP041 contributes to ast emp041 28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Emp041 28 - EMP041</a:t>
            </a:r>
          </a:p>
        </p:txBody>
      </p:sp>
      <p:sp>
        <p:nvSpPr>
          <p:cNvPr id="3" name="Content Placeholder 2"/>
          <p:cNvSpPr>
            <a:spLocks noGrp="1"/>
          </p:cNvSpPr>
          <p:nvPr>
            <p:ph idx="1"/>
          </p:nvPr>
        </p:nvSpPr>
        <p:spPr/>
        <p:txBody>
          <a:bodyPr/>
          <a:lstStyle/>
          <a:p>
            <a:r>
              <a:t>Slide 4: Executive Summary</a:t>
            </a:r>
          </a:p>
          <a:p>
            <a:pPr lvl="1"/>
            <a:r>
              <a:t>Section 1: Operational risk review. EMP041 contributes to ast emp041 28 through recurring collaboration, clear ownership boundaries, and measurable outcomes. The team captures decisions, open issues, and handoffs so that knowledge remains discoverable for future programs.</a:t>
            </a:r>
          </a:p>
          <a:p>
            <a:pPr lvl="1"/>
            <a:r>
              <a:t>Section 2: Data quality remediation. EMP041 contributes to ast emp041 28 through recurring collaboration, clear ownership boundaries, and measurable outcomes. The team captures decisions, open issues, and handoffs so that knowledge remains discoverable for future programs.</a:t>
            </a:r>
          </a:p>
          <a:p>
            <a:pPr lvl="1"/>
            <a:r>
              <a:t>Section 3: Department KPI performance. EMP041 contributes to ast emp041 28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Emp041 28 - EMP041</a:t>
            </a:r>
          </a:p>
        </p:txBody>
      </p:sp>
      <p:sp>
        <p:nvSpPr>
          <p:cNvPr id="3" name="Content Placeholder 2"/>
          <p:cNvSpPr>
            <a:spLocks noGrp="1"/>
          </p:cNvSpPr>
          <p:nvPr>
            <p:ph idx="1"/>
          </p:nvPr>
        </p:nvSpPr>
        <p:spPr/>
        <p:txBody>
          <a:bodyPr/>
          <a:lstStyle/>
          <a:p>
            <a:r>
              <a:t>Slide 5: Executive Summary</a:t>
            </a:r>
          </a:p>
          <a:p>
            <a:pPr lvl="1"/>
            <a:r>
              <a:t>Section 1: Data quality remediation. EMP041 contributes to ast emp041 28 through recurring collaboration, clear ownership boundaries, and measurable outcomes. The team captures decisions, open issues, and handoffs so that knowledge remains discoverable for future programs.</a:t>
            </a:r>
          </a:p>
          <a:p>
            <a:pPr lvl="1"/>
            <a:r>
              <a:t>Section 2: Fabric semantic model planning. EMP041 contributes to ast emp041 28 through recurring collaboration, clear ownership boundaries, and measurable outcomes. The team captures decisions, open issues, and handoffs so that knowledge remains discoverable for future programs.</a:t>
            </a:r>
          </a:p>
          <a:p>
            <a:pPr lvl="1"/>
            <a:r>
              <a:t>Section 3: Department KPI performance. EMP041 contributes to ast emp041 28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