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Emp041 01 - EMP041</a:t>
            </a:r>
          </a:p>
        </p:txBody>
      </p:sp>
      <p:sp>
        <p:nvSpPr>
          <p:cNvPr id="3" name="Content Placeholder 2"/>
          <p:cNvSpPr>
            <a:spLocks noGrp="1"/>
          </p:cNvSpPr>
          <p:nvPr>
            <p:ph idx="1"/>
          </p:nvPr>
        </p:nvSpPr>
        <p:spPr/>
        <p:txBody>
          <a:bodyPr/>
          <a:lstStyle/>
          <a:p>
            <a:r>
              <a:t>Slide 1: Executive Summary</a:t>
            </a:r>
          </a:p>
          <a:p>
            <a:pPr lvl="1"/>
            <a:r>
              <a:t>Section 1: Quarterly delivery milestones. EMP041 contributes to ast emp041 01 through recurring collaboration, clear ownership boundaries, and measurable outcomes. The team captures decisions, open issues, and handoffs so that knowledge remains discoverable for future programs.</a:t>
            </a:r>
          </a:p>
          <a:p>
            <a:pPr lvl="1"/>
            <a:r>
              <a:t>Section 2: Data quality remediation. EMP041 contributes to ast emp041 01 through recurring collaboration, clear ownership boundaries, and measurable outcomes. The team captures decisions, open issues, and handoffs so that knowledge remains discoverable for future programs.</a:t>
            </a:r>
          </a:p>
          <a:p>
            <a:pPr lvl="1"/>
            <a:r>
              <a:t>Section 3: Operational risk review. EMP041 contributes to ast emp041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Emp041 01 - EMP041</a:t>
            </a:r>
          </a:p>
        </p:txBody>
      </p:sp>
      <p:sp>
        <p:nvSpPr>
          <p:cNvPr id="3" name="Content Placeholder 2"/>
          <p:cNvSpPr>
            <a:spLocks noGrp="1"/>
          </p:cNvSpPr>
          <p:nvPr>
            <p:ph idx="1"/>
          </p:nvPr>
        </p:nvSpPr>
        <p:spPr/>
        <p:txBody>
          <a:bodyPr/>
          <a:lstStyle/>
          <a:p>
            <a:r>
              <a:t>Slide 2: Executive Summary</a:t>
            </a:r>
          </a:p>
          <a:p>
            <a:pPr lvl="1"/>
            <a:r>
              <a:t>Section 1: Operational risk review. EMP041 contributes to ast emp041 01 through recurring collaboration, clear ownership boundaries, and measurable outcomes. The team captures decisions, open issues, and handoffs so that knowledge remains discoverable for future programs.</a:t>
            </a:r>
          </a:p>
          <a:p>
            <a:pPr lvl="1"/>
            <a:r>
              <a:t>Section 2: Operational risk review. EMP041 contributes to ast emp041 01 through recurring collaboration, clear ownership boundaries, and measurable outcomes. The team captures decisions, open issues, and handoffs so that knowledge remains discoverable for future programs.</a:t>
            </a:r>
          </a:p>
          <a:p>
            <a:pPr lvl="1"/>
            <a:r>
              <a:t>Section 3: Data quality remediation. EMP041 contributes to ast emp041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Emp041 01 - EMP041</a:t>
            </a:r>
          </a:p>
        </p:txBody>
      </p:sp>
      <p:sp>
        <p:nvSpPr>
          <p:cNvPr id="3" name="Content Placeholder 2"/>
          <p:cNvSpPr>
            <a:spLocks noGrp="1"/>
          </p:cNvSpPr>
          <p:nvPr>
            <p:ph idx="1"/>
          </p:nvPr>
        </p:nvSpPr>
        <p:spPr/>
        <p:txBody>
          <a:bodyPr/>
          <a:lstStyle/>
          <a:p>
            <a:r>
              <a:t>Slide 3: Executive Summary</a:t>
            </a:r>
          </a:p>
          <a:p>
            <a:pPr lvl="1"/>
            <a:r>
              <a:t>Section 1: Operational risk review. EMP041 contributes to ast emp041 01 through recurring collaboration, clear ownership boundaries, and measurable outcomes. The team captures decisions, open issues, and handoffs so that knowledge remains discoverable for future programs.</a:t>
            </a:r>
          </a:p>
          <a:p>
            <a:pPr lvl="1"/>
            <a:r>
              <a:t>Section 2: Department KPI performance. EMP041 contributes to ast emp041 01 through recurring collaboration, clear ownership boundaries, and measurable outcomes. The team captures decisions, open issues, and handoffs so that knowledge remains discoverable for future programs.</a:t>
            </a:r>
          </a:p>
          <a:p>
            <a:pPr lvl="1"/>
            <a:r>
              <a:t>Section 3: Quarterly delivery milestones. EMP041 contributes to ast emp041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Emp041 01 - EMP041</a:t>
            </a:r>
          </a:p>
        </p:txBody>
      </p:sp>
      <p:sp>
        <p:nvSpPr>
          <p:cNvPr id="3" name="Content Placeholder 2"/>
          <p:cNvSpPr>
            <a:spLocks noGrp="1"/>
          </p:cNvSpPr>
          <p:nvPr>
            <p:ph idx="1"/>
          </p:nvPr>
        </p:nvSpPr>
        <p:spPr/>
        <p:txBody>
          <a:bodyPr/>
          <a:lstStyle/>
          <a:p>
            <a:r>
              <a:t>Slide 4: Executive Summary</a:t>
            </a:r>
          </a:p>
          <a:p>
            <a:pPr lvl="1"/>
            <a:r>
              <a:t>Section 1: Department KPI performance. EMP041 contributes to ast emp041 01 through recurring collaboration, clear ownership boundaries, and measurable outcomes. The team captures decisions, open issues, and handoffs so that knowledge remains discoverable for future programs.</a:t>
            </a:r>
          </a:p>
          <a:p>
            <a:pPr lvl="1"/>
            <a:r>
              <a:t>Section 2: Customer escalation analysis. EMP041 contributes to ast emp041 01 through recurring collaboration, clear ownership boundaries, and measurable outcomes. The team captures decisions, open issues, and handoffs so that knowledge remains discoverable for future programs.</a:t>
            </a:r>
          </a:p>
          <a:p>
            <a:pPr lvl="1"/>
            <a:r>
              <a:t>Section 3: Department KPI performance. EMP041 contributes to ast emp041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Emp041 01 - EMP041</a:t>
            </a:r>
          </a:p>
        </p:txBody>
      </p:sp>
      <p:sp>
        <p:nvSpPr>
          <p:cNvPr id="3" name="Content Placeholder 2"/>
          <p:cNvSpPr>
            <a:spLocks noGrp="1"/>
          </p:cNvSpPr>
          <p:nvPr>
            <p:ph idx="1"/>
          </p:nvPr>
        </p:nvSpPr>
        <p:spPr/>
        <p:txBody>
          <a:bodyPr/>
          <a:lstStyle/>
          <a:p>
            <a:r>
              <a:t>Slide 5: Executive Summary</a:t>
            </a:r>
          </a:p>
          <a:p>
            <a:pPr lvl="1"/>
            <a:r>
              <a:t>Section 1: Automation backlog refinement. EMP041 contributes to ast emp041 01 through recurring collaboration, clear ownership boundaries, and measurable outcomes. The team captures decisions, open issues, and handoffs so that knowledge remains discoverable for future programs.</a:t>
            </a:r>
          </a:p>
          <a:p>
            <a:pPr lvl="1"/>
            <a:r>
              <a:t>Section 2: Knowledge transfer and onboarding. EMP041 contributes to ast emp041 01 through recurring collaboration, clear ownership boundaries, and measurable outcomes. The team captures decisions, open issues, and handoffs so that knowledge remains discoverable for future programs.</a:t>
            </a:r>
          </a:p>
          <a:p>
            <a:pPr lvl="1"/>
            <a:r>
              <a:t>Section 3: Customer escalation analysis. EMP041 contributes to ast emp041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