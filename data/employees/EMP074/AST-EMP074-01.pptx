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EMP074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Morgan Smith | Manager | HR</a:t>
            </a:r>
          </a:p>
          <a:p>
            <a:r>
              <a:t>Prepared: 2025-03-17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Talent Acquisition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Talent Acquisition Update for HR department.</a:t>
            </a:r>
          </a:p>
          <a:p>
            <a:r>
              <a:t>Responsible: Morgan Smith (Manager)</a:t>
            </a:r>
          </a:p>
          <a:p>
            <a:r>
              <a:t>Location: Hsinchu | Skills: TypeScript, SQL, Kusto, Azure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Employee Engagement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Employee Engagement Scores for HR department.</a:t>
            </a:r>
          </a:p>
          <a:p>
            <a:r>
              <a:t>Responsible: Morgan Smith (Manager)</a:t>
            </a:r>
          </a:p>
          <a:p>
            <a:r>
              <a:t>Location: Hsinchu | Skills: TypeScript, SQL, Kusto, Azure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&amp; Development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Learning &amp; Development Roadmap for HR department.</a:t>
            </a:r>
          </a:p>
          <a:p>
            <a:r>
              <a:t>Responsible: Morgan Smith (Manager)</a:t>
            </a:r>
          </a:p>
          <a:p>
            <a:r>
              <a:t>Location: Hsinchu | Skills: TypeScript, SQL, Kusto, Azure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