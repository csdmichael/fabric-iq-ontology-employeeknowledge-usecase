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Emp074 01 - EMP074</a:t>
            </a:r>
          </a:p>
        </p:txBody>
      </p:sp>
      <p:sp>
        <p:nvSpPr>
          <p:cNvPr id="3" name="Content Placeholder 2"/>
          <p:cNvSpPr>
            <a:spLocks noGrp="1"/>
          </p:cNvSpPr>
          <p:nvPr>
            <p:ph idx="1"/>
          </p:nvPr>
        </p:nvSpPr>
        <p:spPr/>
        <p:txBody>
          <a:bodyPr/>
          <a:lstStyle/>
          <a:p>
            <a:r>
              <a:t>Slide 1: Executive Summary</a:t>
            </a:r>
          </a:p>
          <a:p>
            <a:pPr lvl="1"/>
            <a:r>
              <a:t>Section 1: Operational risk review. EMP074 contributes to ast emp074 01 through recurring collaboration, clear ownership boundaries, and measurable outcomes. The team captures decisions, open issues, and handoffs so that knowledge remains discoverable for future programs.</a:t>
            </a:r>
          </a:p>
          <a:p>
            <a:pPr lvl="1"/>
            <a:r>
              <a:t>Section 2: Data quality remediation. EMP074 contributes to ast emp074 01 through recurring collaboration, clear ownership boundaries, and measurable outcomes. The team captures decisions, open issues, and handoffs so that knowledge remains discoverable for future programs.</a:t>
            </a:r>
          </a:p>
          <a:p>
            <a:pPr lvl="1"/>
            <a:r>
              <a:t>Section 3: Operational risk review. EMP074 contributes to ast emp074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Emp074 01 - EMP074</a:t>
            </a:r>
          </a:p>
        </p:txBody>
      </p:sp>
      <p:sp>
        <p:nvSpPr>
          <p:cNvPr id="3" name="Content Placeholder 2"/>
          <p:cNvSpPr>
            <a:spLocks noGrp="1"/>
          </p:cNvSpPr>
          <p:nvPr>
            <p:ph idx="1"/>
          </p:nvPr>
        </p:nvSpPr>
        <p:spPr/>
        <p:txBody>
          <a:bodyPr/>
          <a:lstStyle/>
          <a:p>
            <a:r>
              <a:t>Slide 2: Executive Summary</a:t>
            </a:r>
          </a:p>
          <a:p>
            <a:pPr lvl="1"/>
            <a:r>
              <a:t>Section 1: Data quality remediation. EMP074 contributes to ast emp074 01 through recurring collaboration, clear ownership boundaries, and measurable outcomes. The team captures decisions, open issues, and handoffs so that knowledge remains discoverable for future programs.</a:t>
            </a:r>
          </a:p>
          <a:p>
            <a:pPr lvl="1"/>
            <a:r>
              <a:t>Section 2: Data quality remediation. EMP074 contributes to ast emp074 01 through recurring collaboration, clear ownership boundaries, and measurable outcomes. The team captures decisions, open issues, and handoffs so that knowledge remains discoverable for future programs.</a:t>
            </a:r>
          </a:p>
          <a:p>
            <a:pPr lvl="1"/>
            <a:r>
              <a:t>Section 3: Knowledge transfer and onboarding. EMP074 contributes to ast emp074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Emp074 01 - EMP074</a:t>
            </a:r>
          </a:p>
        </p:txBody>
      </p:sp>
      <p:sp>
        <p:nvSpPr>
          <p:cNvPr id="3" name="Content Placeholder 2"/>
          <p:cNvSpPr>
            <a:spLocks noGrp="1"/>
          </p:cNvSpPr>
          <p:nvPr>
            <p:ph idx="1"/>
          </p:nvPr>
        </p:nvSpPr>
        <p:spPr/>
        <p:txBody>
          <a:bodyPr/>
          <a:lstStyle/>
          <a:p>
            <a:r>
              <a:t>Slide 3: Executive Summary</a:t>
            </a:r>
          </a:p>
          <a:p>
            <a:pPr lvl="1"/>
            <a:r>
              <a:t>Section 1: Operational risk review. EMP074 contributes to ast emp074 01 through recurring collaboration, clear ownership boundaries, and measurable outcomes. The team captures decisions, open issues, and handoffs so that knowledge remains discoverable for future programs.</a:t>
            </a:r>
          </a:p>
          <a:p>
            <a:pPr lvl="1"/>
            <a:r>
              <a:t>Section 2: Fabric semantic model planning. EMP074 contributes to ast emp074 01 through recurring collaboration, clear ownership boundaries, and measurable outcomes. The team captures decisions, open issues, and handoffs so that knowledge remains discoverable for future programs.</a:t>
            </a:r>
          </a:p>
          <a:p>
            <a:pPr lvl="1"/>
            <a:r>
              <a:t>Section 3: Customer escalation analysis. EMP074 contributes to ast emp074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Emp074 01 - EMP074</a:t>
            </a:r>
          </a:p>
        </p:txBody>
      </p:sp>
      <p:sp>
        <p:nvSpPr>
          <p:cNvPr id="3" name="Content Placeholder 2"/>
          <p:cNvSpPr>
            <a:spLocks noGrp="1"/>
          </p:cNvSpPr>
          <p:nvPr>
            <p:ph idx="1"/>
          </p:nvPr>
        </p:nvSpPr>
        <p:spPr/>
        <p:txBody>
          <a:bodyPr/>
          <a:lstStyle/>
          <a:p>
            <a:r>
              <a:t>Slide 4: Executive Summary</a:t>
            </a:r>
          </a:p>
          <a:p>
            <a:pPr lvl="1"/>
            <a:r>
              <a:t>Section 1: Automation backlog refinement. EMP074 contributes to ast emp074 01 through recurring collaboration, clear ownership boundaries, and measurable outcomes. The team captures decisions, open issues, and handoffs so that knowledge remains discoverable for future programs.</a:t>
            </a:r>
          </a:p>
          <a:p>
            <a:pPr lvl="1"/>
            <a:r>
              <a:t>Section 2: Operational risk review. EMP074 contributes to ast emp074 01 through recurring collaboration, clear ownership boundaries, and measurable outcomes. The team captures decisions, open issues, and handoffs so that knowledge remains discoverable for future programs.</a:t>
            </a:r>
          </a:p>
          <a:p>
            <a:pPr lvl="1"/>
            <a:r>
              <a:t>Section 3: Automation backlog refinement. EMP074 contributes to ast emp074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Emp074 01 - EMP074</a:t>
            </a:r>
          </a:p>
        </p:txBody>
      </p:sp>
      <p:sp>
        <p:nvSpPr>
          <p:cNvPr id="3" name="Content Placeholder 2"/>
          <p:cNvSpPr>
            <a:spLocks noGrp="1"/>
          </p:cNvSpPr>
          <p:nvPr>
            <p:ph idx="1"/>
          </p:nvPr>
        </p:nvSpPr>
        <p:spPr/>
        <p:txBody>
          <a:bodyPr/>
          <a:lstStyle/>
          <a:p>
            <a:r>
              <a:t>Slide 5: Executive Summary</a:t>
            </a:r>
          </a:p>
          <a:p>
            <a:pPr lvl="1"/>
            <a:r>
              <a:t>Section 1: Fabric semantic model planning. EMP074 contributes to ast emp074 01 through recurring collaboration, clear ownership boundaries, and measurable outcomes. The team captures decisions, open issues, and handoffs so that knowledge remains discoverable for future programs.</a:t>
            </a:r>
          </a:p>
          <a:p>
            <a:pPr lvl="1"/>
            <a:r>
              <a:t>Section 2: Customer escalation analysis. EMP074 contributes to ast emp074 01 through recurring collaboration, clear ownership boundaries, and measurable outcomes. The team captures decisions, open issues, and handoffs so that knowledge remains discoverable for future programs.</a:t>
            </a:r>
          </a:p>
          <a:p>
            <a:pPr lvl="1"/>
            <a:r>
              <a:t>Section 3: Department KPI performance. EMP074 contributes to ast emp074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