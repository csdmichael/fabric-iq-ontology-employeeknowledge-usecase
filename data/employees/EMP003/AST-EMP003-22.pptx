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22 - EMP003</a:t>
            </a:r>
          </a:p>
        </p:txBody>
      </p:sp>
      <p:sp>
        <p:nvSpPr>
          <p:cNvPr id="3" name="Content Placeholder 2"/>
          <p:cNvSpPr>
            <a:spLocks noGrp="1"/>
          </p:cNvSpPr>
          <p:nvPr>
            <p:ph idx="1"/>
          </p:nvPr>
        </p:nvSpPr>
        <p:spPr/>
        <p:txBody>
          <a:bodyPr/>
          <a:lstStyle/>
          <a:p>
            <a:r>
              <a:t>Slide 1: Executive Summary</a:t>
            </a:r>
          </a:p>
          <a:p>
            <a:pPr lvl="1"/>
            <a:r>
              <a:t>Section 1: Customer escalation analysis. EMP003 contributes to ast emp003 22 through recurring collaboration, clear ownership boundaries, and measurable outcomes. The team captures decisions, open issues, and handoffs so that knowledge remains discoverable for future programs.</a:t>
            </a:r>
          </a:p>
          <a:p>
            <a:pPr lvl="1"/>
            <a:r>
              <a:t>Section 2: Operational risk review. EMP003 contributes to ast emp003 22 through recurring collaboration, clear ownership boundaries, and measurable outcomes. The team captures decisions, open issues, and handoffs so that knowledge remains discoverable for future programs.</a:t>
            </a:r>
          </a:p>
          <a:p>
            <a:pPr lvl="1"/>
            <a:r>
              <a:t>Section 3: Fabric semantic model planning. EMP003 contributes to ast emp003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22 - EMP003</a:t>
            </a:r>
          </a:p>
        </p:txBody>
      </p:sp>
      <p:sp>
        <p:nvSpPr>
          <p:cNvPr id="3" name="Content Placeholder 2"/>
          <p:cNvSpPr>
            <a:spLocks noGrp="1"/>
          </p:cNvSpPr>
          <p:nvPr>
            <p:ph idx="1"/>
          </p:nvPr>
        </p:nvSpPr>
        <p:spPr/>
        <p:txBody>
          <a:bodyPr/>
          <a:lstStyle/>
          <a:p>
            <a:r>
              <a:t>Slide 2: Executive Summary</a:t>
            </a:r>
          </a:p>
          <a:p>
            <a:pPr lvl="1"/>
            <a:r>
              <a:t>Section 1: Data quality remediation. EMP003 contributes to ast emp003 22 through recurring collaboration, clear ownership boundaries, and measurable outcomes. The team captures decisions, open issues, and handoffs so that knowledge remains discoverable for future programs.</a:t>
            </a:r>
          </a:p>
          <a:p>
            <a:pPr lvl="1"/>
            <a:r>
              <a:t>Section 2: Knowledge transfer and onboarding. EMP003 contributes to ast emp003 22 through recurring collaboration, clear ownership boundaries, and measurable outcomes. The team captures decisions, open issues, and handoffs so that knowledge remains discoverable for future programs.</a:t>
            </a:r>
          </a:p>
          <a:p>
            <a:pPr lvl="1"/>
            <a:r>
              <a:t>Section 3: Knowledge transfer and onboarding. EMP003 contributes to ast emp003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22 - EMP003</a:t>
            </a:r>
          </a:p>
        </p:txBody>
      </p:sp>
      <p:sp>
        <p:nvSpPr>
          <p:cNvPr id="3" name="Content Placeholder 2"/>
          <p:cNvSpPr>
            <a:spLocks noGrp="1"/>
          </p:cNvSpPr>
          <p:nvPr>
            <p:ph idx="1"/>
          </p:nvPr>
        </p:nvSpPr>
        <p:spPr/>
        <p:txBody>
          <a:bodyPr/>
          <a:lstStyle/>
          <a:p>
            <a:r>
              <a:t>Slide 3: Executive Summary</a:t>
            </a:r>
          </a:p>
          <a:p>
            <a:pPr lvl="1"/>
            <a:r>
              <a:t>Section 1: Quarterly delivery milestones. EMP003 contributes to ast emp003 22 through recurring collaboration, clear ownership boundaries, and measurable outcomes. The team captures decisions, open issues, and handoffs so that knowledge remains discoverable for future programs.</a:t>
            </a:r>
          </a:p>
          <a:p>
            <a:pPr lvl="1"/>
            <a:r>
              <a:t>Section 2: Automation backlog refinement. EMP003 contributes to ast emp003 22 through recurring collaboration, clear ownership boundaries, and measurable outcomes. The team captures decisions, open issues, and handoffs so that knowledge remains discoverable for future programs.</a:t>
            </a:r>
          </a:p>
          <a:p>
            <a:pPr lvl="1"/>
            <a:r>
              <a:t>Section 3: Knowledge transfer and onboarding. EMP003 contributes to ast emp003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22 - EMP003</a:t>
            </a:r>
          </a:p>
        </p:txBody>
      </p:sp>
      <p:sp>
        <p:nvSpPr>
          <p:cNvPr id="3" name="Content Placeholder 2"/>
          <p:cNvSpPr>
            <a:spLocks noGrp="1"/>
          </p:cNvSpPr>
          <p:nvPr>
            <p:ph idx="1"/>
          </p:nvPr>
        </p:nvSpPr>
        <p:spPr/>
        <p:txBody>
          <a:bodyPr/>
          <a:lstStyle/>
          <a:p>
            <a:r>
              <a:t>Slide 4: Executive Summary</a:t>
            </a:r>
          </a:p>
          <a:p>
            <a:pPr lvl="1"/>
            <a:r>
              <a:t>Section 1: Department KPI performance. EMP003 contributes to ast emp003 22 through recurring collaboration, clear ownership boundaries, and measurable outcomes. The team captures decisions, open issues, and handoffs so that knowledge remains discoverable for future programs.</a:t>
            </a:r>
          </a:p>
          <a:p>
            <a:pPr lvl="1"/>
            <a:r>
              <a:t>Section 2: Knowledge transfer and onboarding. EMP003 contributes to ast emp003 22 through recurring collaboration, clear ownership boundaries, and measurable outcomes. The team captures decisions, open issues, and handoffs so that knowledge remains discoverable for future programs.</a:t>
            </a:r>
          </a:p>
          <a:p>
            <a:pPr lvl="1"/>
            <a:r>
              <a:t>Section 3: Knowledge transfer and onboarding. EMP003 contributes to ast emp003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22 - EMP003</a:t>
            </a:r>
          </a:p>
        </p:txBody>
      </p:sp>
      <p:sp>
        <p:nvSpPr>
          <p:cNvPr id="3" name="Content Placeholder 2"/>
          <p:cNvSpPr>
            <a:spLocks noGrp="1"/>
          </p:cNvSpPr>
          <p:nvPr>
            <p:ph idx="1"/>
          </p:nvPr>
        </p:nvSpPr>
        <p:spPr/>
        <p:txBody>
          <a:bodyPr/>
          <a:lstStyle/>
          <a:p>
            <a:r>
              <a:t>Slide 5: Executive Summary</a:t>
            </a:r>
          </a:p>
          <a:p>
            <a:pPr lvl="1"/>
            <a:r>
              <a:t>Section 1: Operational risk review. EMP003 contributes to ast emp003 22 through recurring collaboration, clear ownership boundaries, and measurable outcomes. The team captures decisions, open issues, and handoffs so that knowledge remains discoverable for future programs.</a:t>
            </a:r>
          </a:p>
          <a:p>
            <a:pPr lvl="1"/>
            <a:r>
              <a:t>Section 2: Automation backlog refinement. EMP003 contributes to ast emp003 22 through recurring collaboration, clear ownership boundaries, and measurable outcomes. The team captures decisions, open issues, and handoffs so that knowledge remains discoverable for future programs.</a:t>
            </a:r>
          </a:p>
          <a:p>
            <a:pPr lvl="1"/>
            <a:r>
              <a:t>Section 3: Data quality remediation. EMP003 contributes to ast emp003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