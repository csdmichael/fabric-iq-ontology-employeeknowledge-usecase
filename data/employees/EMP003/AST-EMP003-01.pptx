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EMP003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Taylor Miller | Lead | IT</a:t>
            </a:r>
          </a:p>
          <a:p>
            <a:r>
              <a:t>Prepared: 2025-01-05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Infrastructure Utilisation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Infrastructure Utilisation Dashboard for IT department.</a:t>
            </a:r>
          </a:p>
          <a:p>
            <a:r>
              <a:t>Responsible: Taylor Miller (Lead)</a:t>
            </a:r>
          </a:p>
          <a:p>
            <a:r>
              <a:t>Location: Bengaluru | Skills: TypeScript, Azure AI, Ontology, MLOps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Patch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Security Patch Status for IT department.</a:t>
            </a:r>
          </a:p>
          <a:p>
            <a:r>
              <a:t>Responsible: Taylor Miller (Lead)</a:t>
            </a:r>
          </a:p>
          <a:p>
            <a:r>
              <a:t>Location: Bengaluru | Skills: TypeScript, Azure AI, Ontology, MLOps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Cost Optimisation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Cloud Cost Optimisation for IT department.</a:t>
            </a:r>
          </a:p>
          <a:p>
            <a:r>
              <a:t>Responsible: Taylor Miller (Lead)</a:t>
            </a:r>
          </a:p>
          <a:p>
            <a:r>
              <a:t>Location: Bengaluru | Skills: TypeScript, Azure AI, Ontology, MLOps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