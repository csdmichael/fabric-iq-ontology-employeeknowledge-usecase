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Emp094 01 - EMP094</a:t>
            </a:r>
          </a:p>
        </p:txBody>
      </p:sp>
      <p:sp>
        <p:nvSpPr>
          <p:cNvPr id="3" name="Content Placeholder 2"/>
          <p:cNvSpPr>
            <a:spLocks noGrp="1"/>
          </p:cNvSpPr>
          <p:nvPr>
            <p:ph idx="1"/>
          </p:nvPr>
        </p:nvSpPr>
        <p:spPr/>
        <p:txBody>
          <a:bodyPr/>
          <a:lstStyle/>
          <a:p>
            <a:r>
              <a:t>Slide 1: Executive Summary</a:t>
            </a:r>
          </a:p>
          <a:p>
            <a:pPr lvl="1"/>
            <a:r>
              <a:t>Section 1: Quarterly delivery milestones. EMP094 contributes to ast emp094 01 through recurring collaboration, clear ownership boundaries, and measurable outcomes. The team captures decisions, open issues, and handoffs so that knowledge remains discoverable for future programs.</a:t>
            </a:r>
          </a:p>
          <a:p>
            <a:pPr lvl="1"/>
            <a:r>
              <a:t>Section 2: Knowledge transfer and onboarding. EMP094 contributes to ast emp094 01 through recurring collaboration, clear ownership boundaries, and measurable outcomes. The team captures decisions, open issues, and handoffs so that knowledge remains discoverable for future programs.</a:t>
            </a:r>
          </a:p>
          <a:p>
            <a:pPr lvl="1"/>
            <a:r>
              <a:t>Section 3: Customer escalation analysis. EMP094 contributes to ast emp094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Emp094 01 - EMP094</a:t>
            </a:r>
          </a:p>
        </p:txBody>
      </p:sp>
      <p:sp>
        <p:nvSpPr>
          <p:cNvPr id="3" name="Content Placeholder 2"/>
          <p:cNvSpPr>
            <a:spLocks noGrp="1"/>
          </p:cNvSpPr>
          <p:nvPr>
            <p:ph idx="1"/>
          </p:nvPr>
        </p:nvSpPr>
        <p:spPr/>
        <p:txBody>
          <a:bodyPr/>
          <a:lstStyle/>
          <a:p>
            <a:r>
              <a:t>Slide 2: Executive Summary</a:t>
            </a:r>
          </a:p>
          <a:p>
            <a:pPr lvl="1"/>
            <a:r>
              <a:t>Section 1: Operational risk review. EMP094 contributes to ast emp094 01 through recurring collaboration, clear ownership boundaries, and measurable outcomes. The team captures decisions, open issues, and handoffs so that knowledge remains discoverable for future programs.</a:t>
            </a:r>
          </a:p>
          <a:p>
            <a:pPr lvl="1"/>
            <a:r>
              <a:t>Section 2: Customer escalation analysis. EMP094 contributes to ast emp094 01 through recurring collaboration, clear ownership boundaries, and measurable outcomes. The team captures decisions, open issues, and handoffs so that knowledge remains discoverable for future programs.</a:t>
            </a:r>
          </a:p>
          <a:p>
            <a:pPr lvl="1"/>
            <a:r>
              <a:t>Section 3: Knowledge transfer and onboarding. EMP094 contributes to ast emp094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Emp094 01 - EMP094</a:t>
            </a:r>
          </a:p>
        </p:txBody>
      </p:sp>
      <p:sp>
        <p:nvSpPr>
          <p:cNvPr id="3" name="Content Placeholder 2"/>
          <p:cNvSpPr>
            <a:spLocks noGrp="1"/>
          </p:cNvSpPr>
          <p:nvPr>
            <p:ph idx="1"/>
          </p:nvPr>
        </p:nvSpPr>
        <p:spPr/>
        <p:txBody>
          <a:bodyPr/>
          <a:lstStyle/>
          <a:p>
            <a:r>
              <a:t>Slide 3: Executive Summary</a:t>
            </a:r>
          </a:p>
          <a:p>
            <a:pPr lvl="1"/>
            <a:r>
              <a:t>Section 1: Knowledge transfer and onboarding. EMP094 contributes to ast emp094 01 through recurring collaboration, clear ownership boundaries, and measurable outcomes. The team captures decisions, open issues, and handoffs so that knowledge remains discoverable for future programs.</a:t>
            </a:r>
          </a:p>
          <a:p>
            <a:pPr lvl="1"/>
            <a:r>
              <a:t>Section 2: Knowledge transfer and onboarding. EMP094 contributes to ast emp094 01 through recurring collaboration, clear ownership boundaries, and measurable outcomes. The team captures decisions, open issues, and handoffs so that knowledge remains discoverable for future programs.</a:t>
            </a:r>
          </a:p>
          <a:p>
            <a:pPr lvl="1"/>
            <a:r>
              <a:t>Section 3: Fabric semantic model planning. EMP094 contributes to ast emp094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Emp094 01 - EMP094</a:t>
            </a:r>
          </a:p>
        </p:txBody>
      </p:sp>
      <p:sp>
        <p:nvSpPr>
          <p:cNvPr id="3" name="Content Placeholder 2"/>
          <p:cNvSpPr>
            <a:spLocks noGrp="1"/>
          </p:cNvSpPr>
          <p:nvPr>
            <p:ph idx="1"/>
          </p:nvPr>
        </p:nvSpPr>
        <p:spPr/>
        <p:txBody>
          <a:bodyPr/>
          <a:lstStyle/>
          <a:p>
            <a:r>
              <a:t>Slide 4: Executive Summary</a:t>
            </a:r>
          </a:p>
          <a:p>
            <a:pPr lvl="1"/>
            <a:r>
              <a:t>Section 1: Fabric semantic model planning. EMP094 contributes to ast emp094 01 through recurring collaboration, clear ownership boundaries, and measurable outcomes. The team captures decisions, open issues, and handoffs so that knowledge remains discoverable for future programs.</a:t>
            </a:r>
          </a:p>
          <a:p>
            <a:pPr lvl="1"/>
            <a:r>
              <a:t>Section 2: Department KPI performance. EMP094 contributes to ast emp094 01 through recurring collaboration, clear ownership boundaries, and measurable outcomes. The team captures decisions, open issues, and handoffs so that knowledge remains discoverable for future programs.</a:t>
            </a:r>
          </a:p>
          <a:p>
            <a:pPr lvl="1"/>
            <a:r>
              <a:t>Section 3: Operational risk review. EMP094 contributes to ast emp094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Emp094 01 - EMP094</a:t>
            </a:r>
          </a:p>
        </p:txBody>
      </p:sp>
      <p:sp>
        <p:nvSpPr>
          <p:cNvPr id="3" name="Content Placeholder 2"/>
          <p:cNvSpPr>
            <a:spLocks noGrp="1"/>
          </p:cNvSpPr>
          <p:nvPr>
            <p:ph idx="1"/>
          </p:nvPr>
        </p:nvSpPr>
        <p:spPr/>
        <p:txBody>
          <a:bodyPr/>
          <a:lstStyle/>
          <a:p>
            <a:r>
              <a:t>Slide 5: Executive Summary</a:t>
            </a:r>
          </a:p>
          <a:p>
            <a:pPr lvl="1"/>
            <a:r>
              <a:t>Section 1: Department KPI performance. EMP094 contributes to ast emp094 01 through recurring collaboration, clear ownership boundaries, and measurable outcomes. The team captures decisions, open issues, and handoffs so that knowledge remains discoverable for future programs.</a:t>
            </a:r>
          </a:p>
          <a:p>
            <a:pPr lvl="1"/>
            <a:r>
              <a:t>Section 2: Fabric semantic model planning. EMP094 contributes to ast emp094 01 through recurring collaboration, clear ownership boundaries, and measurable outcomes. The team captures decisions, open issues, and handoffs so that knowledge remains discoverable for future programs.</a:t>
            </a:r>
          </a:p>
          <a:p>
            <a:pPr lvl="1"/>
            <a:r>
              <a:t>Section 3: Department KPI performance. EMP094 contributes to ast emp094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