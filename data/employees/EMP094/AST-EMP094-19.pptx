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Emp094 19 - EMP094</a:t>
            </a:r>
          </a:p>
        </p:txBody>
      </p:sp>
      <p:sp>
        <p:nvSpPr>
          <p:cNvPr id="3" name="Content Placeholder 2"/>
          <p:cNvSpPr>
            <a:spLocks noGrp="1"/>
          </p:cNvSpPr>
          <p:nvPr>
            <p:ph idx="1"/>
          </p:nvPr>
        </p:nvSpPr>
        <p:spPr/>
        <p:txBody>
          <a:bodyPr/>
          <a:lstStyle/>
          <a:p>
            <a:r>
              <a:t>Slide 1: Executive Summary</a:t>
            </a:r>
          </a:p>
          <a:p>
            <a:pPr lvl="1"/>
            <a:r>
              <a:t>Section 1: Fabric semantic model planning. EMP094 contributes to ast emp094 19 through recurring collaboration, clear ownership boundaries, and measurable outcomes. The team captures decisions, open issues, and handoffs so that knowledge remains discoverable for future programs.</a:t>
            </a:r>
          </a:p>
          <a:p>
            <a:pPr lvl="1"/>
            <a:r>
              <a:t>Section 2: Operational risk review. EMP094 contributes to ast emp094 19 through recurring collaboration, clear ownership boundaries, and measurable outcomes. The team captures decisions, open issues, and handoffs so that knowledge remains discoverable for future programs.</a:t>
            </a:r>
          </a:p>
          <a:p>
            <a:pPr lvl="1"/>
            <a:r>
              <a:t>Section 3: Data quality remediation. EMP094 contributes to ast emp094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Emp094 19 - EMP094</a:t>
            </a:r>
          </a:p>
        </p:txBody>
      </p:sp>
      <p:sp>
        <p:nvSpPr>
          <p:cNvPr id="3" name="Content Placeholder 2"/>
          <p:cNvSpPr>
            <a:spLocks noGrp="1"/>
          </p:cNvSpPr>
          <p:nvPr>
            <p:ph idx="1"/>
          </p:nvPr>
        </p:nvSpPr>
        <p:spPr/>
        <p:txBody>
          <a:bodyPr/>
          <a:lstStyle/>
          <a:p>
            <a:r>
              <a:t>Slide 2: Executive Summary</a:t>
            </a:r>
          </a:p>
          <a:p>
            <a:pPr lvl="1"/>
            <a:r>
              <a:t>Section 1: Automation backlog refinement. EMP094 contributes to ast emp094 19 through recurring collaboration, clear ownership boundaries, and measurable outcomes. The team captures decisions, open issues, and handoffs so that knowledge remains discoverable for future programs.</a:t>
            </a:r>
          </a:p>
          <a:p>
            <a:pPr lvl="1"/>
            <a:r>
              <a:t>Section 2: Automation backlog refinement. EMP094 contributes to ast emp094 19 through recurring collaboration, clear ownership boundaries, and measurable outcomes. The team captures decisions, open issues, and handoffs so that knowledge remains discoverable for future programs.</a:t>
            </a:r>
          </a:p>
          <a:p>
            <a:pPr lvl="1"/>
            <a:r>
              <a:t>Section 3: Department KPI performance. EMP094 contributes to ast emp094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Emp094 19 - EMP094</a:t>
            </a:r>
          </a:p>
        </p:txBody>
      </p:sp>
      <p:sp>
        <p:nvSpPr>
          <p:cNvPr id="3" name="Content Placeholder 2"/>
          <p:cNvSpPr>
            <a:spLocks noGrp="1"/>
          </p:cNvSpPr>
          <p:nvPr>
            <p:ph idx="1"/>
          </p:nvPr>
        </p:nvSpPr>
        <p:spPr/>
        <p:txBody>
          <a:bodyPr/>
          <a:lstStyle/>
          <a:p>
            <a:r>
              <a:t>Slide 3: Executive Summary</a:t>
            </a:r>
          </a:p>
          <a:p>
            <a:pPr lvl="1"/>
            <a:r>
              <a:t>Section 1: Fabric semantic model planning. EMP094 contributes to ast emp094 19 through recurring collaboration, clear ownership boundaries, and measurable outcomes. The team captures decisions, open issues, and handoffs so that knowledge remains discoverable for future programs.</a:t>
            </a:r>
          </a:p>
          <a:p>
            <a:pPr lvl="1"/>
            <a:r>
              <a:t>Section 2: Quarterly delivery milestones. EMP094 contributes to ast emp094 19 through recurring collaboration, clear ownership boundaries, and measurable outcomes. The team captures decisions, open issues, and handoffs so that knowledge remains discoverable for future programs.</a:t>
            </a:r>
          </a:p>
          <a:p>
            <a:pPr lvl="1"/>
            <a:r>
              <a:t>Section 3: Data quality remediation. EMP094 contributes to ast emp094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Emp094 19 - EMP094</a:t>
            </a:r>
          </a:p>
        </p:txBody>
      </p:sp>
      <p:sp>
        <p:nvSpPr>
          <p:cNvPr id="3" name="Content Placeholder 2"/>
          <p:cNvSpPr>
            <a:spLocks noGrp="1"/>
          </p:cNvSpPr>
          <p:nvPr>
            <p:ph idx="1"/>
          </p:nvPr>
        </p:nvSpPr>
        <p:spPr/>
        <p:txBody>
          <a:bodyPr/>
          <a:lstStyle/>
          <a:p>
            <a:r>
              <a:t>Slide 4: Executive Summary</a:t>
            </a:r>
          </a:p>
          <a:p>
            <a:pPr lvl="1"/>
            <a:r>
              <a:t>Section 1: Automation backlog refinement. EMP094 contributes to ast emp094 19 through recurring collaboration, clear ownership boundaries, and measurable outcomes. The team captures decisions, open issues, and handoffs so that knowledge remains discoverable for future programs.</a:t>
            </a:r>
          </a:p>
          <a:p>
            <a:pPr lvl="1"/>
            <a:r>
              <a:t>Section 2: Operational risk review. EMP094 contributes to ast emp094 19 through recurring collaboration, clear ownership boundaries, and measurable outcomes. The team captures decisions, open issues, and handoffs so that knowledge remains discoverable for future programs.</a:t>
            </a:r>
          </a:p>
          <a:p>
            <a:pPr lvl="1"/>
            <a:r>
              <a:t>Section 3: Knowledge transfer and onboarding. EMP094 contributes to ast emp094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Emp094 19 - EMP094</a:t>
            </a:r>
          </a:p>
        </p:txBody>
      </p:sp>
      <p:sp>
        <p:nvSpPr>
          <p:cNvPr id="3" name="Content Placeholder 2"/>
          <p:cNvSpPr>
            <a:spLocks noGrp="1"/>
          </p:cNvSpPr>
          <p:nvPr>
            <p:ph idx="1"/>
          </p:nvPr>
        </p:nvSpPr>
        <p:spPr/>
        <p:txBody>
          <a:bodyPr/>
          <a:lstStyle/>
          <a:p>
            <a:r>
              <a:t>Slide 5: Executive Summary</a:t>
            </a:r>
          </a:p>
          <a:p>
            <a:pPr lvl="1"/>
            <a:r>
              <a:t>Section 1: Operational risk review. EMP094 contributes to ast emp094 19 through recurring collaboration, clear ownership boundaries, and measurable outcomes. The team captures decisions, open issues, and handoffs so that knowledge remains discoverable for future programs.</a:t>
            </a:r>
          </a:p>
          <a:p>
            <a:pPr lvl="1"/>
            <a:r>
              <a:t>Section 2: Operational risk review. EMP094 contributes to ast emp094 19 through recurring collaboration, clear ownership boundaries, and measurable outcomes. The team captures decisions, open issues, and handoffs so that knowledge remains discoverable for future programs.</a:t>
            </a:r>
          </a:p>
          <a:p>
            <a:pPr lvl="1"/>
            <a:r>
              <a:t>Section 3: Customer escalation analysis. EMP094 contributes to ast emp094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