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Emp022 09 - EMP022</a:t>
            </a:r>
          </a:p>
        </p:txBody>
      </p:sp>
      <p:sp>
        <p:nvSpPr>
          <p:cNvPr id="3" name="Content Placeholder 2"/>
          <p:cNvSpPr>
            <a:spLocks noGrp="1"/>
          </p:cNvSpPr>
          <p:nvPr>
            <p:ph idx="1"/>
          </p:nvPr>
        </p:nvSpPr>
        <p:spPr/>
        <p:txBody>
          <a:bodyPr/>
          <a:lstStyle/>
          <a:p>
            <a:r>
              <a:t>Slide 1: Executive Summary</a:t>
            </a:r>
          </a:p>
          <a:p>
            <a:pPr lvl="1"/>
            <a:r>
              <a:t>Section 1: Automation backlog refinement. EMP022 contributes to ast emp022 09 through recurring collaboration, clear ownership boundaries, and measurable outcomes. The team captures decisions, open issues, and handoffs so that knowledge remains discoverable for future programs.</a:t>
            </a:r>
          </a:p>
          <a:p>
            <a:pPr lvl="1"/>
            <a:r>
              <a:t>Section 2: Department KPI performance. EMP022 contributes to ast emp022 09 through recurring collaboration, clear ownership boundaries, and measurable outcomes. The team captures decisions, open issues, and handoffs so that knowledge remains discoverable for future programs.</a:t>
            </a:r>
          </a:p>
          <a:p>
            <a:pPr lvl="1"/>
            <a:r>
              <a:t>Section 3: Customer escalation analysis. EMP022 contributes to ast emp022 09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Emp022 09 - EMP022</a:t>
            </a:r>
          </a:p>
        </p:txBody>
      </p:sp>
      <p:sp>
        <p:nvSpPr>
          <p:cNvPr id="3" name="Content Placeholder 2"/>
          <p:cNvSpPr>
            <a:spLocks noGrp="1"/>
          </p:cNvSpPr>
          <p:nvPr>
            <p:ph idx="1"/>
          </p:nvPr>
        </p:nvSpPr>
        <p:spPr/>
        <p:txBody>
          <a:bodyPr/>
          <a:lstStyle/>
          <a:p>
            <a:r>
              <a:t>Slide 2: Executive Summary</a:t>
            </a:r>
          </a:p>
          <a:p>
            <a:pPr lvl="1"/>
            <a:r>
              <a:t>Section 1: Data quality remediation. EMP022 contributes to ast emp022 09 through recurring collaboration, clear ownership boundaries, and measurable outcomes. The team captures decisions, open issues, and handoffs so that knowledge remains discoverable for future programs.</a:t>
            </a:r>
          </a:p>
          <a:p>
            <a:pPr lvl="1"/>
            <a:r>
              <a:t>Section 2: Department KPI performance. EMP022 contributes to ast emp022 09 through recurring collaboration, clear ownership boundaries, and measurable outcomes. The team captures decisions, open issues, and handoffs so that knowledge remains discoverable for future programs.</a:t>
            </a:r>
          </a:p>
          <a:p>
            <a:pPr lvl="1"/>
            <a:r>
              <a:t>Section 3: Quarterly delivery milestones. EMP022 contributes to ast emp022 09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Emp022 09 - EMP022</a:t>
            </a:r>
          </a:p>
        </p:txBody>
      </p:sp>
      <p:sp>
        <p:nvSpPr>
          <p:cNvPr id="3" name="Content Placeholder 2"/>
          <p:cNvSpPr>
            <a:spLocks noGrp="1"/>
          </p:cNvSpPr>
          <p:nvPr>
            <p:ph idx="1"/>
          </p:nvPr>
        </p:nvSpPr>
        <p:spPr/>
        <p:txBody>
          <a:bodyPr/>
          <a:lstStyle/>
          <a:p>
            <a:r>
              <a:t>Slide 3: Executive Summary</a:t>
            </a:r>
          </a:p>
          <a:p>
            <a:pPr lvl="1"/>
            <a:r>
              <a:t>Section 1: Knowledge transfer and onboarding. EMP022 contributes to ast emp022 09 through recurring collaboration, clear ownership boundaries, and measurable outcomes. The team captures decisions, open issues, and handoffs so that knowledge remains discoverable for future programs.</a:t>
            </a:r>
          </a:p>
          <a:p>
            <a:pPr lvl="1"/>
            <a:r>
              <a:t>Section 2: Data quality remediation. EMP022 contributes to ast emp022 09 through recurring collaboration, clear ownership boundaries, and measurable outcomes. The team captures decisions, open issues, and handoffs so that knowledge remains discoverable for future programs.</a:t>
            </a:r>
          </a:p>
          <a:p>
            <a:pPr lvl="1"/>
            <a:r>
              <a:t>Section 3: Customer escalation analysis. EMP022 contributes to ast emp022 09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Emp022 09 - EMP022</a:t>
            </a:r>
          </a:p>
        </p:txBody>
      </p:sp>
      <p:sp>
        <p:nvSpPr>
          <p:cNvPr id="3" name="Content Placeholder 2"/>
          <p:cNvSpPr>
            <a:spLocks noGrp="1"/>
          </p:cNvSpPr>
          <p:nvPr>
            <p:ph idx="1"/>
          </p:nvPr>
        </p:nvSpPr>
        <p:spPr/>
        <p:txBody>
          <a:bodyPr/>
          <a:lstStyle/>
          <a:p>
            <a:r>
              <a:t>Slide 4: Executive Summary</a:t>
            </a:r>
          </a:p>
          <a:p>
            <a:pPr lvl="1"/>
            <a:r>
              <a:t>Section 1: Department KPI performance. EMP022 contributes to ast emp022 09 through recurring collaboration, clear ownership boundaries, and measurable outcomes. The team captures decisions, open issues, and handoffs so that knowledge remains discoverable for future programs.</a:t>
            </a:r>
          </a:p>
          <a:p>
            <a:pPr lvl="1"/>
            <a:r>
              <a:t>Section 2: Fabric semantic model planning. EMP022 contributes to ast emp022 09 through recurring collaboration, clear ownership boundaries, and measurable outcomes. The team captures decisions, open issues, and handoffs so that knowledge remains discoverable for future programs.</a:t>
            </a:r>
          </a:p>
          <a:p>
            <a:pPr lvl="1"/>
            <a:r>
              <a:t>Section 3: Automation backlog refinement. EMP022 contributes to ast emp022 09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Emp022 09 - EMP022</a:t>
            </a:r>
          </a:p>
        </p:txBody>
      </p:sp>
      <p:sp>
        <p:nvSpPr>
          <p:cNvPr id="3" name="Content Placeholder 2"/>
          <p:cNvSpPr>
            <a:spLocks noGrp="1"/>
          </p:cNvSpPr>
          <p:nvPr>
            <p:ph idx="1"/>
          </p:nvPr>
        </p:nvSpPr>
        <p:spPr/>
        <p:txBody>
          <a:bodyPr/>
          <a:lstStyle/>
          <a:p>
            <a:r>
              <a:t>Slide 5: Executive Summary</a:t>
            </a:r>
          </a:p>
          <a:p>
            <a:pPr lvl="1"/>
            <a:r>
              <a:t>Section 1: Quarterly delivery milestones. EMP022 contributes to ast emp022 09 through recurring collaboration, clear ownership boundaries, and measurable outcomes. The team captures decisions, open issues, and handoffs so that knowledge remains discoverable for future programs.</a:t>
            </a:r>
          </a:p>
          <a:p>
            <a:pPr lvl="1"/>
            <a:r>
              <a:t>Section 2: Department KPI performance. EMP022 contributes to ast emp022 09 through recurring collaboration, clear ownership boundaries, and measurable outcomes. The team captures decisions, open issues, and handoffs so that knowledge remains discoverable for future programs.</a:t>
            </a:r>
          </a:p>
          <a:p>
            <a:pPr lvl="1"/>
            <a:r>
              <a:t>Section 3: Customer escalation analysis. EMP022 contributes to ast emp022 09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