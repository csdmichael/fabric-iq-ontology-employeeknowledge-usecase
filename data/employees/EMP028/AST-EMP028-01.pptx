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Jamie Brown | Analyst | Finance</a:t>
            </a:r>
          </a:p>
          <a:p>
            <a:r>
              <a:t>Prepared: 2025-01-30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Jamie Brown (Analyst)</a:t>
            </a:r>
          </a:p>
          <a:p>
            <a:r>
              <a:t>Location: Bengaluru | Skills: SQL, Power BI, Fabric, 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Jamie Brown (Analyst)</a:t>
            </a:r>
          </a:p>
          <a:p>
            <a:r>
              <a:t>Location: Bengaluru | Skills: SQL, Power BI, Fabric, MLOps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Jamie Brown (Analyst)</a:t>
            </a:r>
          </a:p>
          <a:p>
            <a:r>
              <a:t>Location: Bengaluru | Skills: SQL, Power BI, Fabric, 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