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Emp028 09 - EMP028</a:t>
            </a:r>
          </a:p>
        </p:txBody>
      </p:sp>
      <p:sp>
        <p:nvSpPr>
          <p:cNvPr id="3" name="Content Placeholder 2"/>
          <p:cNvSpPr>
            <a:spLocks noGrp="1"/>
          </p:cNvSpPr>
          <p:nvPr>
            <p:ph idx="1"/>
          </p:nvPr>
        </p:nvSpPr>
        <p:spPr/>
        <p:txBody>
          <a:bodyPr/>
          <a:lstStyle/>
          <a:p>
            <a:r>
              <a:t>Slide 1: Executive Summary</a:t>
            </a:r>
          </a:p>
          <a:p>
            <a:pPr lvl="1"/>
            <a:r>
              <a:t>Section 1: Data quality remediation. EMP028 contributes to ast emp028 09 through recurring collaboration, clear ownership boundaries, and measurable outcomes. The team captures decisions, open issues, and handoffs so that knowledge remains discoverable for future programs.</a:t>
            </a:r>
          </a:p>
          <a:p>
            <a:pPr lvl="1"/>
            <a:r>
              <a:t>Section 2: Department KPI performance. EMP028 contributes to ast emp028 09 through recurring collaboration, clear ownership boundaries, and measurable outcomes. The team captures decisions, open issues, and handoffs so that knowledge remains discoverable for future programs.</a:t>
            </a:r>
          </a:p>
          <a:p>
            <a:pPr lvl="1"/>
            <a:r>
              <a:t>Section 3: Fabric semantic model planning. EMP028 contributes to ast emp028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Emp028 09 - EMP028</a:t>
            </a:r>
          </a:p>
        </p:txBody>
      </p:sp>
      <p:sp>
        <p:nvSpPr>
          <p:cNvPr id="3" name="Content Placeholder 2"/>
          <p:cNvSpPr>
            <a:spLocks noGrp="1"/>
          </p:cNvSpPr>
          <p:nvPr>
            <p:ph idx="1"/>
          </p:nvPr>
        </p:nvSpPr>
        <p:spPr/>
        <p:txBody>
          <a:bodyPr/>
          <a:lstStyle/>
          <a:p>
            <a:r>
              <a:t>Slide 2: Executive Summary</a:t>
            </a:r>
          </a:p>
          <a:p>
            <a:pPr lvl="1"/>
            <a:r>
              <a:t>Section 1: Customer escalation analysis. EMP028 contributes to ast emp028 09 through recurring collaboration, clear ownership boundaries, and measurable outcomes. The team captures decisions, open issues, and handoffs so that knowledge remains discoverable for future programs.</a:t>
            </a:r>
          </a:p>
          <a:p>
            <a:pPr lvl="1"/>
            <a:r>
              <a:t>Section 2: Quarterly delivery milestones. EMP028 contributes to ast emp028 09 through recurring collaboration, clear ownership boundaries, and measurable outcomes. The team captures decisions, open issues, and handoffs so that knowledge remains discoverable for future programs.</a:t>
            </a:r>
          </a:p>
          <a:p>
            <a:pPr lvl="1"/>
            <a:r>
              <a:t>Section 3: Data quality remediation. EMP028 contributes to ast emp028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Emp028 09 - EMP028</a:t>
            </a:r>
          </a:p>
        </p:txBody>
      </p:sp>
      <p:sp>
        <p:nvSpPr>
          <p:cNvPr id="3" name="Content Placeholder 2"/>
          <p:cNvSpPr>
            <a:spLocks noGrp="1"/>
          </p:cNvSpPr>
          <p:nvPr>
            <p:ph idx="1"/>
          </p:nvPr>
        </p:nvSpPr>
        <p:spPr/>
        <p:txBody>
          <a:bodyPr/>
          <a:lstStyle/>
          <a:p>
            <a:r>
              <a:t>Slide 3: Executive Summary</a:t>
            </a:r>
          </a:p>
          <a:p>
            <a:pPr lvl="1"/>
            <a:r>
              <a:t>Section 1: Fabric semantic model planning. EMP028 contributes to ast emp028 09 through recurring collaboration, clear ownership boundaries, and measurable outcomes. The team captures decisions, open issues, and handoffs so that knowledge remains discoverable for future programs.</a:t>
            </a:r>
          </a:p>
          <a:p>
            <a:pPr lvl="1"/>
            <a:r>
              <a:t>Section 2: Quarterly delivery milestones. EMP028 contributes to ast emp028 09 through recurring collaboration, clear ownership boundaries, and measurable outcomes. The team captures decisions, open issues, and handoffs so that knowledge remains discoverable for future programs.</a:t>
            </a:r>
          </a:p>
          <a:p>
            <a:pPr lvl="1"/>
            <a:r>
              <a:t>Section 3: Fabric semantic model planning. EMP028 contributes to ast emp028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Emp028 09 - EMP028</a:t>
            </a:r>
          </a:p>
        </p:txBody>
      </p:sp>
      <p:sp>
        <p:nvSpPr>
          <p:cNvPr id="3" name="Content Placeholder 2"/>
          <p:cNvSpPr>
            <a:spLocks noGrp="1"/>
          </p:cNvSpPr>
          <p:nvPr>
            <p:ph idx="1"/>
          </p:nvPr>
        </p:nvSpPr>
        <p:spPr/>
        <p:txBody>
          <a:bodyPr/>
          <a:lstStyle/>
          <a:p>
            <a:r>
              <a:t>Slide 4: Executive Summary</a:t>
            </a:r>
          </a:p>
          <a:p>
            <a:pPr lvl="1"/>
            <a:r>
              <a:t>Section 1: Data quality remediation. EMP028 contributes to ast emp028 09 through recurring collaboration, clear ownership boundaries, and measurable outcomes. The team captures decisions, open issues, and handoffs so that knowledge remains discoverable for future programs.</a:t>
            </a:r>
          </a:p>
          <a:p>
            <a:pPr lvl="1"/>
            <a:r>
              <a:t>Section 2: Customer escalation analysis. EMP028 contributes to ast emp028 09 through recurring collaboration, clear ownership boundaries, and measurable outcomes. The team captures decisions, open issues, and handoffs so that knowledge remains discoverable for future programs.</a:t>
            </a:r>
          </a:p>
          <a:p>
            <a:pPr lvl="1"/>
            <a:r>
              <a:t>Section 3: Automation backlog refinement. EMP028 contributes to ast emp028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Emp028 09 - EMP028</a:t>
            </a:r>
          </a:p>
        </p:txBody>
      </p:sp>
      <p:sp>
        <p:nvSpPr>
          <p:cNvPr id="3" name="Content Placeholder 2"/>
          <p:cNvSpPr>
            <a:spLocks noGrp="1"/>
          </p:cNvSpPr>
          <p:nvPr>
            <p:ph idx="1"/>
          </p:nvPr>
        </p:nvSpPr>
        <p:spPr/>
        <p:txBody>
          <a:bodyPr/>
          <a:lstStyle/>
          <a:p>
            <a:r>
              <a:t>Slide 5: Executive Summary</a:t>
            </a:r>
          </a:p>
          <a:p>
            <a:pPr lvl="1"/>
            <a:r>
              <a:t>Section 1: Data quality remediation. EMP028 contributes to ast emp028 09 through recurring collaboration, clear ownership boundaries, and measurable outcomes. The team captures decisions, open issues, and handoffs so that knowledge remains discoverable for future programs.</a:t>
            </a:r>
          </a:p>
          <a:p>
            <a:pPr lvl="1"/>
            <a:r>
              <a:t>Section 2: Department KPI performance. EMP028 contributes to ast emp028 09 through recurring collaboration, clear ownership boundaries, and measurable outcomes. The team captures decisions, open issues, and handoffs so that knowledge remains discoverable for future programs.</a:t>
            </a:r>
          </a:p>
          <a:p>
            <a:pPr lvl="1"/>
            <a:r>
              <a:t>Section 3: Fabric semantic model planning. EMP028 contributes to ast emp028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