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Emp100 01 - EMP100</a:t>
            </a:r>
          </a:p>
        </p:txBody>
      </p:sp>
      <p:sp>
        <p:nvSpPr>
          <p:cNvPr id="3" name="Content Placeholder 2"/>
          <p:cNvSpPr>
            <a:spLocks noGrp="1"/>
          </p:cNvSpPr>
          <p:nvPr>
            <p:ph idx="1"/>
          </p:nvPr>
        </p:nvSpPr>
        <p:spPr/>
        <p:txBody>
          <a:bodyPr/>
          <a:lstStyle/>
          <a:p>
            <a:r>
              <a:t>Slide 1: Executive Summary</a:t>
            </a:r>
          </a:p>
          <a:p>
            <a:pPr lvl="1"/>
            <a:r>
              <a:t>Section 1: Automation backlog refinement. EMP100 contributes to ast emp100 01 through recurring collaboration, clear ownership boundaries, and measurable outcomes. The team captures decisions, open issues, and handoffs so that knowledge remains discoverable for future programs.</a:t>
            </a:r>
          </a:p>
          <a:p>
            <a:pPr lvl="1"/>
            <a:r>
              <a:t>Section 2: Department KPI performance. EMP100 contributes to ast emp100 01 through recurring collaboration, clear ownership boundaries, and measurable outcomes. The team captures decisions, open issues, and handoffs so that knowledge remains discoverable for future programs.</a:t>
            </a:r>
          </a:p>
          <a:p>
            <a:pPr lvl="1"/>
            <a:r>
              <a:t>Section 3: Customer escalation analysis. EMP100 contributes to ast emp100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Emp100 01 - EMP100</a:t>
            </a:r>
          </a:p>
        </p:txBody>
      </p:sp>
      <p:sp>
        <p:nvSpPr>
          <p:cNvPr id="3" name="Content Placeholder 2"/>
          <p:cNvSpPr>
            <a:spLocks noGrp="1"/>
          </p:cNvSpPr>
          <p:nvPr>
            <p:ph idx="1"/>
          </p:nvPr>
        </p:nvSpPr>
        <p:spPr/>
        <p:txBody>
          <a:bodyPr/>
          <a:lstStyle/>
          <a:p>
            <a:r>
              <a:t>Slide 2: Executive Summary</a:t>
            </a:r>
          </a:p>
          <a:p>
            <a:pPr lvl="1"/>
            <a:r>
              <a:t>Section 1: Data quality remediation. EMP100 contributes to ast emp100 01 through recurring collaboration, clear ownership boundaries, and measurable outcomes. The team captures decisions, open issues, and handoffs so that knowledge remains discoverable for future programs.</a:t>
            </a:r>
          </a:p>
          <a:p>
            <a:pPr lvl="1"/>
            <a:r>
              <a:t>Section 2: Department KPI performance. EMP100 contributes to ast emp100 01 through recurring collaboration, clear ownership boundaries, and measurable outcomes. The team captures decisions, open issues, and handoffs so that knowledge remains discoverable for future programs.</a:t>
            </a:r>
          </a:p>
          <a:p>
            <a:pPr lvl="1"/>
            <a:r>
              <a:t>Section 3: Automation backlog refinement. EMP100 contributes to ast emp100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Emp100 01 - EMP100</a:t>
            </a:r>
          </a:p>
        </p:txBody>
      </p:sp>
      <p:sp>
        <p:nvSpPr>
          <p:cNvPr id="3" name="Content Placeholder 2"/>
          <p:cNvSpPr>
            <a:spLocks noGrp="1"/>
          </p:cNvSpPr>
          <p:nvPr>
            <p:ph idx="1"/>
          </p:nvPr>
        </p:nvSpPr>
        <p:spPr/>
        <p:txBody>
          <a:bodyPr/>
          <a:lstStyle/>
          <a:p>
            <a:r>
              <a:t>Slide 3: Executive Summary</a:t>
            </a:r>
          </a:p>
          <a:p>
            <a:pPr lvl="1"/>
            <a:r>
              <a:t>Section 1: Quarterly delivery milestones. EMP100 contributes to ast emp100 01 through recurring collaboration, clear ownership boundaries, and measurable outcomes. The team captures decisions, open issues, and handoffs so that knowledge remains discoverable for future programs.</a:t>
            </a:r>
          </a:p>
          <a:p>
            <a:pPr lvl="1"/>
            <a:r>
              <a:t>Section 2: Department KPI performance. EMP100 contributes to ast emp100 01 through recurring collaboration, clear ownership boundaries, and measurable outcomes. The team captures decisions, open issues, and handoffs so that knowledge remains discoverable for future programs.</a:t>
            </a:r>
          </a:p>
          <a:p>
            <a:pPr lvl="1"/>
            <a:r>
              <a:t>Section 3: Quarterly delivery milestones. EMP100 contributes to ast emp100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Emp100 01 - EMP100</a:t>
            </a:r>
          </a:p>
        </p:txBody>
      </p:sp>
      <p:sp>
        <p:nvSpPr>
          <p:cNvPr id="3" name="Content Placeholder 2"/>
          <p:cNvSpPr>
            <a:spLocks noGrp="1"/>
          </p:cNvSpPr>
          <p:nvPr>
            <p:ph idx="1"/>
          </p:nvPr>
        </p:nvSpPr>
        <p:spPr/>
        <p:txBody>
          <a:bodyPr/>
          <a:lstStyle/>
          <a:p>
            <a:r>
              <a:t>Slide 4: Executive Summary</a:t>
            </a:r>
          </a:p>
          <a:p>
            <a:pPr lvl="1"/>
            <a:r>
              <a:t>Section 1: Automation backlog refinement. EMP100 contributes to ast emp100 01 through recurring collaboration, clear ownership boundaries, and measurable outcomes. The team captures decisions, open issues, and handoffs so that knowledge remains discoverable for future programs.</a:t>
            </a:r>
          </a:p>
          <a:p>
            <a:pPr lvl="1"/>
            <a:r>
              <a:t>Section 2: Fabric semantic model planning. EMP100 contributes to ast emp100 01 through recurring collaboration, clear ownership boundaries, and measurable outcomes. The team captures decisions, open issues, and handoffs so that knowledge remains discoverable for future programs.</a:t>
            </a:r>
          </a:p>
          <a:p>
            <a:pPr lvl="1"/>
            <a:r>
              <a:t>Section 3: Fabric semantic model planning. EMP100 contributes to ast emp100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Emp100 01 - EMP100</a:t>
            </a:r>
          </a:p>
        </p:txBody>
      </p:sp>
      <p:sp>
        <p:nvSpPr>
          <p:cNvPr id="3" name="Content Placeholder 2"/>
          <p:cNvSpPr>
            <a:spLocks noGrp="1"/>
          </p:cNvSpPr>
          <p:nvPr>
            <p:ph idx="1"/>
          </p:nvPr>
        </p:nvSpPr>
        <p:spPr/>
        <p:txBody>
          <a:bodyPr/>
          <a:lstStyle/>
          <a:p>
            <a:r>
              <a:t>Slide 5: Executive Summary</a:t>
            </a:r>
          </a:p>
          <a:p>
            <a:pPr lvl="1"/>
            <a:r>
              <a:t>Section 1: Operational risk review. EMP100 contributes to ast emp100 01 through recurring collaboration, clear ownership boundaries, and measurable outcomes. The team captures decisions, open issues, and handoffs so that knowledge remains discoverable for future programs.</a:t>
            </a:r>
          </a:p>
          <a:p>
            <a:pPr lvl="1"/>
            <a:r>
              <a:t>Section 2: Knowledge transfer and onboarding. EMP100 contributes to ast emp100 01 through recurring collaboration, clear ownership boundaries, and measurable outcomes. The team captures decisions, open issues, and handoffs so that knowledge remains discoverable for future programs.</a:t>
            </a:r>
          </a:p>
          <a:p>
            <a:pPr lvl="1"/>
            <a:r>
              <a:t>Section 3: Data quality remediation. EMP100 contributes to ast emp100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