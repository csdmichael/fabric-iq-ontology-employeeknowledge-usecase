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16 - EMP072</a:t>
            </a:r>
          </a:p>
        </p:txBody>
      </p:sp>
      <p:sp>
        <p:nvSpPr>
          <p:cNvPr id="3" name="Content Placeholder 2"/>
          <p:cNvSpPr>
            <a:spLocks noGrp="1"/>
          </p:cNvSpPr>
          <p:nvPr>
            <p:ph idx="1"/>
          </p:nvPr>
        </p:nvSpPr>
        <p:spPr/>
        <p:txBody>
          <a:bodyPr/>
          <a:lstStyle/>
          <a:p>
            <a:r>
              <a:t>Slide 1: Executive Summary</a:t>
            </a:r>
          </a:p>
          <a:p>
            <a:pPr lvl="1"/>
            <a:r>
              <a:t>Section 1: Data quality remediation. EMP072 contributes to ast emp072 16 through recurring collaboration, clear ownership boundaries, and measurable outcomes. The team captures decisions, open issues, and handoffs so that knowledge remains discoverable for future programs.</a:t>
            </a:r>
          </a:p>
          <a:p>
            <a:pPr lvl="1"/>
            <a:r>
              <a:t>Section 2: Customer escalation analysis. EMP072 contributes to ast emp072 16 through recurring collaboration, clear ownership boundaries, and measurable outcomes. The team captures decisions, open issues, and handoffs so that knowledge remains discoverable for future programs.</a:t>
            </a:r>
          </a:p>
          <a:p>
            <a:pPr lvl="1"/>
            <a:r>
              <a:t>Section 3: Data quality remediation. EMP072 contributes to ast emp072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16 - EMP072</a:t>
            </a:r>
          </a:p>
        </p:txBody>
      </p:sp>
      <p:sp>
        <p:nvSpPr>
          <p:cNvPr id="3" name="Content Placeholder 2"/>
          <p:cNvSpPr>
            <a:spLocks noGrp="1"/>
          </p:cNvSpPr>
          <p:nvPr>
            <p:ph idx="1"/>
          </p:nvPr>
        </p:nvSpPr>
        <p:spPr/>
        <p:txBody>
          <a:bodyPr/>
          <a:lstStyle/>
          <a:p>
            <a:r>
              <a:t>Slide 2: Executive Summary</a:t>
            </a:r>
          </a:p>
          <a:p>
            <a:pPr lvl="1"/>
            <a:r>
              <a:t>Section 1: Data quality remediation. EMP072 contributes to ast emp072 16 through recurring collaboration, clear ownership boundaries, and measurable outcomes. The team captures decisions, open issues, and handoffs so that knowledge remains discoverable for future programs.</a:t>
            </a:r>
          </a:p>
          <a:p>
            <a:pPr lvl="1"/>
            <a:r>
              <a:t>Section 2: Operational risk review. EMP072 contributes to ast emp072 16 through recurring collaboration, clear ownership boundaries, and measurable outcomes. The team captures decisions, open issues, and handoffs so that knowledge remains discoverable for future programs.</a:t>
            </a:r>
          </a:p>
          <a:p>
            <a:pPr lvl="1"/>
            <a:r>
              <a:t>Section 3: Knowledge transfer and onboarding. EMP072 contributes to ast emp072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16 - EMP072</a:t>
            </a:r>
          </a:p>
        </p:txBody>
      </p:sp>
      <p:sp>
        <p:nvSpPr>
          <p:cNvPr id="3" name="Content Placeholder 2"/>
          <p:cNvSpPr>
            <a:spLocks noGrp="1"/>
          </p:cNvSpPr>
          <p:nvPr>
            <p:ph idx="1"/>
          </p:nvPr>
        </p:nvSpPr>
        <p:spPr/>
        <p:txBody>
          <a:bodyPr/>
          <a:lstStyle/>
          <a:p>
            <a:r>
              <a:t>Slide 3: Executive Summary</a:t>
            </a:r>
          </a:p>
          <a:p>
            <a:pPr lvl="1"/>
            <a:r>
              <a:t>Section 1: Automation backlog refinement. EMP072 contributes to ast emp072 16 through recurring collaboration, clear ownership boundaries, and measurable outcomes. The team captures decisions, open issues, and handoffs so that knowledge remains discoverable for future programs.</a:t>
            </a:r>
          </a:p>
          <a:p>
            <a:pPr lvl="1"/>
            <a:r>
              <a:t>Section 2: Data quality remediation. EMP072 contributes to ast emp072 16 through recurring collaboration, clear ownership boundaries, and measurable outcomes. The team captures decisions, open issues, and handoffs so that knowledge remains discoverable for future programs.</a:t>
            </a:r>
          </a:p>
          <a:p>
            <a:pPr lvl="1"/>
            <a:r>
              <a:t>Section 3: Knowledge transfer and onboarding. EMP072 contributes to ast emp072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16 - EMP072</a:t>
            </a:r>
          </a:p>
        </p:txBody>
      </p:sp>
      <p:sp>
        <p:nvSpPr>
          <p:cNvPr id="3" name="Content Placeholder 2"/>
          <p:cNvSpPr>
            <a:spLocks noGrp="1"/>
          </p:cNvSpPr>
          <p:nvPr>
            <p:ph idx="1"/>
          </p:nvPr>
        </p:nvSpPr>
        <p:spPr/>
        <p:txBody>
          <a:bodyPr/>
          <a:lstStyle/>
          <a:p>
            <a:r>
              <a:t>Slide 4: Executive Summary</a:t>
            </a:r>
          </a:p>
          <a:p>
            <a:pPr lvl="1"/>
            <a:r>
              <a:t>Section 1: Fabric semantic model planning. EMP072 contributes to ast emp072 16 through recurring collaboration, clear ownership boundaries, and measurable outcomes. The team captures decisions, open issues, and handoffs so that knowledge remains discoverable for future programs.</a:t>
            </a:r>
          </a:p>
          <a:p>
            <a:pPr lvl="1"/>
            <a:r>
              <a:t>Section 2: Department KPI performance. EMP072 contributes to ast emp072 16 through recurring collaboration, clear ownership boundaries, and measurable outcomes. The team captures decisions, open issues, and handoffs so that knowledge remains discoverable for future programs.</a:t>
            </a:r>
          </a:p>
          <a:p>
            <a:pPr lvl="1"/>
            <a:r>
              <a:t>Section 3: Department KPI performance. EMP072 contributes to ast emp072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16 - EMP072</a:t>
            </a:r>
          </a:p>
        </p:txBody>
      </p:sp>
      <p:sp>
        <p:nvSpPr>
          <p:cNvPr id="3" name="Content Placeholder 2"/>
          <p:cNvSpPr>
            <a:spLocks noGrp="1"/>
          </p:cNvSpPr>
          <p:nvPr>
            <p:ph idx="1"/>
          </p:nvPr>
        </p:nvSpPr>
        <p:spPr/>
        <p:txBody>
          <a:bodyPr/>
          <a:lstStyle/>
          <a:p>
            <a:r>
              <a:t>Slide 5: Executive Summary</a:t>
            </a:r>
          </a:p>
          <a:p>
            <a:pPr lvl="1"/>
            <a:r>
              <a:t>Section 1: Department KPI performance. EMP072 contributes to ast emp072 16 through recurring collaboration, clear ownership boundaries, and measurable outcomes. The team captures decisions, open issues, and handoffs so that knowledge remains discoverable for future programs.</a:t>
            </a:r>
          </a:p>
          <a:p>
            <a:pPr lvl="1"/>
            <a:r>
              <a:t>Section 2: Operational risk review. EMP072 contributes to ast emp072 16 through recurring collaboration, clear ownership boundaries, and measurable outcomes. The team captures decisions, open issues, and handoffs so that knowledge remains discoverable for future programs.</a:t>
            </a:r>
          </a:p>
          <a:p>
            <a:pPr lvl="1"/>
            <a:r>
              <a:t>Section 3: Automation backlog refinement. EMP072 contributes to ast emp072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