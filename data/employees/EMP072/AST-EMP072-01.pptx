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Engineer | Engineering</a:t>
            </a:r>
          </a:p>
          <a:p>
            <a:r>
              <a:t>Prepared: 2025-03-15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Jordan Nguyen (Engineer)</a:t>
            </a:r>
          </a:p>
          <a:p>
            <a:r>
              <a:t>Location: Hsinchu | Skills: TypeScript, Azure AI, Kusto,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Jordan Nguyen (Engineer)</a:t>
            </a:r>
          </a:p>
          <a:p>
            <a:r>
              <a:t>Location: Hsinchu | Skills: TypeScript, Azure AI, Kusto,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Jordan Nguyen (Engineer)</a:t>
            </a:r>
          </a:p>
          <a:p>
            <a:r>
              <a:t>Location: Hsinchu | Skills: TypeScript, Azure AI, Kusto,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