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17 - EMP072</a:t>
            </a:r>
          </a:p>
        </p:txBody>
      </p:sp>
      <p:sp>
        <p:nvSpPr>
          <p:cNvPr id="3" name="Content Placeholder 2"/>
          <p:cNvSpPr>
            <a:spLocks noGrp="1"/>
          </p:cNvSpPr>
          <p:nvPr>
            <p:ph idx="1"/>
          </p:nvPr>
        </p:nvSpPr>
        <p:spPr/>
        <p:txBody>
          <a:bodyPr/>
          <a:lstStyle/>
          <a:p>
            <a:r>
              <a:t>Slide 1: Executive Summary</a:t>
            </a:r>
          </a:p>
          <a:p>
            <a:pPr lvl="1"/>
            <a:r>
              <a:t>Section 1: Knowledge transfer and onboarding. EMP072 contributes to ast emp072 17 through recurring collaboration, clear ownership boundaries, and measurable outcomes. The team captures decisions, open issues, and handoffs so that knowledge remains discoverable for future programs.</a:t>
            </a:r>
          </a:p>
          <a:p>
            <a:pPr lvl="1"/>
            <a:r>
              <a:t>Section 2: Automation backlog refinement. EMP072 contributes to ast emp072 17 through recurring collaboration, clear ownership boundaries, and measurable outcomes. The team captures decisions, open issues, and handoffs so that knowledge remains discoverable for future programs.</a:t>
            </a:r>
          </a:p>
          <a:p>
            <a:pPr lvl="1"/>
            <a:r>
              <a:t>Section 3: Data quality remediation. EMP072 contributes to ast emp072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17 - EMP072</a:t>
            </a:r>
          </a:p>
        </p:txBody>
      </p:sp>
      <p:sp>
        <p:nvSpPr>
          <p:cNvPr id="3" name="Content Placeholder 2"/>
          <p:cNvSpPr>
            <a:spLocks noGrp="1"/>
          </p:cNvSpPr>
          <p:nvPr>
            <p:ph idx="1"/>
          </p:nvPr>
        </p:nvSpPr>
        <p:spPr/>
        <p:txBody>
          <a:bodyPr/>
          <a:lstStyle/>
          <a:p>
            <a:r>
              <a:t>Slide 2: Executive Summary</a:t>
            </a:r>
          </a:p>
          <a:p>
            <a:pPr lvl="1"/>
            <a:r>
              <a:t>Section 1: Knowledge transfer and onboarding. EMP072 contributes to ast emp072 17 through recurring collaboration, clear ownership boundaries, and measurable outcomes. The team captures decisions, open issues, and handoffs so that knowledge remains discoverable for future programs.</a:t>
            </a:r>
          </a:p>
          <a:p>
            <a:pPr lvl="1"/>
            <a:r>
              <a:t>Section 2: Department KPI performance. EMP072 contributes to ast emp072 17 through recurring collaboration, clear ownership boundaries, and measurable outcomes. The team captures decisions, open issues, and handoffs so that knowledge remains discoverable for future programs.</a:t>
            </a:r>
          </a:p>
          <a:p>
            <a:pPr lvl="1"/>
            <a:r>
              <a:t>Section 3: Quarterly delivery milestones. EMP072 contributes to ast emp072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17 - EMP072</a:t>
            </a:r>
          </a:p>
        </p:txBody>
      </p:sp>
      <p:sp>
        <p:nvSpPr>
          <p:cNvPr id="3" name="Content Placeholder 2"/>
          <p:cNvSpPr>
            <a:spLocks noGrp="1"/>
          </p:cNvSpPr>
          <p:nvPr>
            <p:ph idx="1"/>
          </p:nvPr>
        </p:nvSpPr>
        <p:spPr/>
        <p:txBody>
          <a:bodyPr/>
          <a:lstStyle/>
          <a:p>
            <a:r>
              <a:t>Slide 3: Executive Summary</a:t>
            </a:r>
          </a:p>
          <a:p>
            <a:pPr lvl="1"/>
            <a:r>
              <a:t>Section 1: Customer escalation analysis. EMP072 contributes to ast emp072 17 through recurring collaboration, clear ownership boundaries, and measurable outcomes. The team captures decisions, open issues, and handoffs so that knowledge remains discoverable for future programs.</a:t>
            </a:r>
          </a:p>
          <a:p>
            <a:pPr lvl="1"/>
            <a:r>
              <a:t>Section 2: Customer escalation analysis. EMP072 contributes to ast emp072 17 through recurring collaboration, clear ownership boundaries, and measurable outcomes. The team captures decisions, open issues, and handoffs so that knowledge remains discoverable for future programs.</a:t>
            </a:r>
          </a:p>
          <a:p>
            <a:pPr lvl="1"/>
            <a:r>
              <a:t>Section 3: Customer escalation analysis. EMP072 contributes to ast emp072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17 - EMP072</a:t>
            </a:r>
          </a:p>
        </p:txBody>
      </p:sp>
      <p:sp>
        <p:nvSpPr>
          <p:cNvPr id="3" name="Content Placeholder 2"/>
          <p:cNvSpPr>
            <a:spLocks noGrp="1"/>
          </p:cNvSpPr>
          <p:nvPr>
            <p:ph idx="1"/>
          </p:nvPr>
        </p:nvSpPr>
        <p:spPr/>
        <p:txBody>
          <a:bodyPr/>
          <a:lstStyle/>
          <a:p>
            <a:r>
              <a:t>Slide 4: Executive Summary</a:t>
            </a:r>
          </a:p>
          <a:p>
            <a:pPr lvl="1"/>
            <a:r>
              <a:t>Section 1: Operational risk review. EMP072 contributes to ast emp072 17 through recurring collaboration, clear ownership boundaries, and measurable outcomes. The team captures decisions, open issues, and handoffs so that knowledge remains discoverable for future programs.</a:t>
            </a:r>
          </a:p>
          <a:p>
            <a:pPr lvl="1"/>
            <a:r>
              <a:t>Section 2: Customer escalation analysis. EMP072 contributes to ast emp072 17 through recurring collaboration, clear ownership boundaries, and measurable outcomes. The team captures decisions, open issues, and handoffs so that knowledge remains discoverable for future programs.</a:t>
            </a:r>
          </a:p>
          <a:p>
            <a:pPr lvl="1"/>
            <a:r>
              <a:t>Section 3: Fabric semantic model planning. EMP072 contributes to ast emp072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Emp072 17 - EMP072</a:t>
            </a:r>
          </a:p>
        </p:txBody>
      </p:sp>
      <p:sp>
        <p:nvSpPr>
          <p:cNvPr id="3" name="Content Placeholder 2"/>
          <p:cNvSpPr>
            <a:spLocks noGrp="1"/>
          </p:cNvSpPr>
          <p:nvPr>
            <p:ph idx="1"/>
          </p:nvPr>
        </p:nvSpPr>
        <p:spPr/>
        <p:txBody>
          <a:bodyPr/>
          <a:lstStyle/>
          <a:p>
            <a:r>
              <a:t>Slide 5: Executive Summary</a:t>
            </a:r>
          </a:p>
          <a:p>
            <a:pPr lvl="1"/>
            <a:r>
              <a:t>Section 1: Customer escalation analysis. EMP072 contributes to ast emp072 17 through recurring collaboration, clear ownership boundaries, and measurable outcomes. The team captures decisions, open issues, and handoffs so that knowledge remains discoverable for future programs.</a:t>
            </a:r>
          </a:p>
          <a:p>
            <a:pPr lvl="1"/>
            <a:r>
              <a:t>Section 2: Department KPI performance. EMP072 contributes to ast emp072 17 through recurring collaboration, clear ownership boundaries, and measurable outcomes. The team captures decisions, open issues, and handoffs so that knowledge remains discoverable for future programs.</a:t>
            </a:r>
          </a:p>
          <a:p>
            <a:pPr lvl="1"/>
            <a:r>
              <a:t>Section 3: Quarterly delivery milestones. EMP072 contributes to ast emp072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