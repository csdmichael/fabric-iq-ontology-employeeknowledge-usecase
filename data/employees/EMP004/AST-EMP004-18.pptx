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18 - EMP004</a:t>
            </a:r>
          </a:p>
        </p:txBody>
      </p:sp>
      <p:sp>
        <p:nvSpPr>
          <p:cNvPr id="3" name="Content Placeholder 2"/>
          <p:cNvSpPr>
            <a:spLocks noGrp="1"/>
          </p:cNvSpPr>
          <p:nvPr>
            <p:ph idx="1"/>
          </p:nvPr>
        </p:nvSpPr>
        <p:spPr/>
        <p:txBody>
          <a:bodyPr/>
          <a:lstStyle/>
          <a:p>
            <a:r>
              <a:t>Slide 1: Executive Summary</a:t>
            </a:r>
          </a:p>
          <a:p>
            <a:pPr lvl="1"/>
            <a:r>
              <a:t>Section 1: Data quality remediation. EMP004 contributes to ast emp004 18 through recurring collaboration, clear ownership boundaries, and measurable outcomes. The team captures decisions, open issues, and handoffs so that knowledge remains discoverable for future programs.</a:t>
            </a:r>
          </a:p>
          <a:p>
            <a:pPr lvl="1"/>
            <a:r>
              <a:t>Section 2: Data quality remediation. EMP004 contributes to ast emp004 18 through recurring collaboration, clear ownership boundaries, and measurable outcomes. The team captures decisions, open issues, and handoffs so that knowledge remains discoverable for future programs.</a:t>
            </a:r>
          </a:p>
          <a:p>
            <a:pPr lvl="1"/>
            <a:r>
              <a:t>Section 3: Operational risk review. EMP004 contributes to ast emp004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18 - EMP004</a:t>
            </a:r>
          </a:p>
        </p:txBody>
      </p:sp>
      <p:sp>
        <p:nvSpPr>
          <p:cNvPr id="3" name="Content Placeholder 2"/>
          <p:cNvSpPr>
            <a:spLocks noGrp="1"/>
          </p:cNvSpPr>
          <p:nvPr>
            <p:ph idx="1"/>
          </p:nvPr>
        </p:nvSpPr>
        <p:spPr/>
        <p:txBody>
          <a:bodyPr/>
          <a:lstStyle/>
          <a:p>
            <a:r>
              <a:t>Slide 2: Executive Summary</a:t>
            </a:r>
          </a:p>
          <a:p>
            <a:pPr lvl="1"/>
            <a:r>
              <a:t>Section 1: Operational risk review. EMP004 contributes to ast emp004 18 through recurring collaboration, clear ownership boundaries, and measurable outcomes. The team captures decisions, open issues, and handoffs so that knowledge remains discoverable for future programs.</a:t>
            </a:r>
          </a:p>
          <a:p>
            <a:pPr lvl="1"/>
            <a:r>
              <a:t>Section 2: Department KPI performance. EMP004 contributes to ast emp004 18 through recurring collaboration, clear ownership boundaries, and measurable outcomes. The team captures decisions, open issues, and handoffs so that knowledge remains discoverable for future programs.</a:t>
            </a:r>
          </a:p>
          <a:p>
            <a:pPr lvl="1"/>
            <a:r>
              <a:t>Section 3: Data quality remediation. EMP004 contributes to ast emp004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18 - EMP004</a:t>
            </a:r>
          </a:p>
        </p:txBody>
      </p:sp>
      <p:sp>
        <p:nvSpPr>
          <p:cNvPr id="3" name="Content Placeholder 2"/>
          <p:cNvSpPr>
            <a:spLocks noGrp="1"/>
          </p:cNvSpPr>
          <p:nvPr>
            <p:ph idx="1"/>
          </p:nvPr>
        </p:nvSpPr>
        <p:spPr/>
        <p:txBody>
          <a:bodyPr/>
          <a:lstStyle/>
          <a:p>
            <a:r>
              <a:t>Slide 3: Executive Summary</a:t>
            </a:r>
          </a:p>
          <a:p>
            <a:pPr lvl="1"/>
            <a:r>
              <a:t>Section 1: Department KPI performance. EMP004 contributes to ast emp004 18 through recurring collaboration, clear ownership boundaries, and measurable outcomes. The team captures decisions, open issues, and handoffs so that knowledge remains discoverable for future programs.</a:t>
            </a:r>
          </a:p>
          <a:p>
            <a:pPr lvl="1"/>
            <a:r>
              <a:t>Section 2: Department KPI performance. EMP004 contributes to ast emp004 18 through recurring collaboration, clear ownership boundaries, and measurable outcomes. The team captures decisions, open issues, and handoffs so that knowledge remains discoverable for future programs.</a:t>
            </a:r>
          </a:p>
          <a:p>
            <a:pPr lvl="1"/>
            <a:r>
              <a:t>Section 3: Fabric semantic model planning. EMP004 contributes to ast emp004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18 - EMP004</a:t>
            </a:r>
          </a:p>
        </p:txBody>
      </p:sp>
      <p:sp>
        <p:nvSpPr>
          <p:cNvPr id="3" name="Content Placeholder 2"/>
          <p:cNvSpPr>
            <a:spLocks noGrp="1"/>
          </p:cNvSpPr>
          <p:nvPr>
            <p:ph idx="1"/>
          </p:nvPr>
        </p:nvSpPr>
        <p:spPr/>
        <p:txBody>
          <a:bodyPr/>
          <a:lstStyle/>
          <a:p>
            <a:r>
              <a:t>Slide 4: Executive Summary</a:t>
            </a:r>
          </a:p>
          <a:p>
            <a:pPr lvl="1"/>
            <a:r>
              <a:t>Section 1: Knowledge transfer and onboarding. EMP004 contributes to ast emp004 18 through recurring collaboration, clear ownership boundaries, and measurable outcomes. The team captures decisions, open issues, and handoffs so that knowledge remains discoverable for future programs.</a:t>
            </a:r>
          </a:p>
          <a:p>
            <a:pPr lvl="1"/>
            <a:r>
              <a:t>Section 2: Quarterly delivery milestones. EMP004 contributes to ast emp004 18 through recurring collaboration, clear ownership boundaries, and measurable outcomes. The team captures decisions, open issues, and handoffs so that knowledge remains discoverable for future programs.</a:t>
            </a:r>
          </a:p>
          <a:p>
            <a:pPr lvl="1"/>
            <a:r>
              <a:t>Section 3: Customer escalation analysis. EMP004 contributes to ast emp004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18 - EMP004</a:t>
            </a:r>
          </a:p>
        </p:txBody>
      </p:sp>
      <p:sp>
        <p:nvSpPr>
          <p:cNvPr id="3" name="Content Placeholder 2"/>
          <p:cNvSpPr>
            <a:spLocks noGrp="1"/>
          </p:cNvSpPr>
          <p:nvPr>
            <p:ph idx="1"/>
          </p:nvPr>
        </p:nvSpPr>
        <p:spPr/>
        <p:txBody>
          <a:bodyPr/>
          <a:lstStyle/>
          <a:p>
            <a:r>
              <a:t>Slide 5: Executive Summary</a:t>
            </a:r>
          </a:p>
          <a:p>
            <a:pPr lvl="1"/>
            <a:r>
              <a:t>Section 1: Data quality remediation. EMP004 contributes to ast emp004 18 through recurring collaboration, clear ownership boundaries, and measurable outcomes. The team captures decisions, open issues, and handoffs so that knowledge remains discoverable for future programs.</a:t>
            </a:r>
          </a:p>
          <a:p>
            <a:pPr lvl="1"/>
            <a:r>
              <a:t>Section 2: Automation backlog refinement. EMP004 contributes to ast emp004 18 through recurring collaboration, clear ownership boundaries, and measurable outcomes. The team captures decisions, open issues, and handoffs so that knowledge remains discoverable for future programs.</a:t>
            </a:r>
          </a:p>
          <a:p>
            <a:pPr lvl="1"/>
            <a:r>
              <a:t>Section 3: Department KPI performance. EMP004 contributes to ast emp004 18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