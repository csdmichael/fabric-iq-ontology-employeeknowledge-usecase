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Emp079 01 - EMP079</a:t>
            </a:r>
          </a:p>
        </p:txBody>
      </p:sp>
      <p:sp>
        <p:nvSpPr>
          <p:cNvPr id="3" name="Content Placeholder 2"/>
          <p:cNvSpPr>
            <a:spLocks noGrp="1"/>
          </p:cNvSpPr>
          <p:nvPr>
            <p:ph idx="1"/>
          </p:nvPr>
        </p:nvSpPr>
        <p:spPr/>
        <p:txBody>
          <a:bodyPr/>
          <a:lstStyle/>
          <a:p>
            <a:r>
              <a:t>Slide 1: Executive Summary</a:t>
            </a:r>
          </a:p>
          <a:p>
            <a:pPr lvl="1"/>
            <a:r>
              <a:t>Section 1: Data quality remediation. EMP079 contributes to ast emp079 01 through recurring collaboration, clear ownership boundaries, and measurable outcomes. The team captures decisions, open issues, and handoffs so that knowledge remains discoverable for future programs.</a:t>
            </a:r>
          </a:p>
          <a:p>
            <a:pPr lvl="1"/>
            <a:r>
              <a:t>Section 2: Automation backlog refinement. EMP079 contributes to ast emp079 01 through recurring collaboration, clear ownership boundaries, and measurable outcomes. The team captures decisions, open issues, and handoffs so that knowledge remains discoverable for future programs.</a:t>
            </a:r>
          </a:p>
          <a:p>
            <a:pPr lvl="1"/>
            <a:r>
              <a:t>Section 3: Data quality remediation. EMP079 contributes to ast emp079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Emp079 01 - EMP079</a:t>
            </a:r>
          </a:p>
        </p:txBody>
      </p:sp>
      <p:sp>
        <p:nvSpPr>
          <p:cNvPr id="3" name="Content Placeholder 2"/>
          <p:cNvSpPr>
            <a:spLocks noGrp="1"/>
          </p:cNvSpPr>
          <p:nvPr>
            <p:ph idx="1"/>
          </p:nvPr>
        </p:nvSpPr>
        <p:spPr/>
        <p:txBody>
          <a:bodyPr/>
          <a:lstStyle/>
          <a:p>
            <a:r>
              <a:t>Slide 2: Executive Summary</a:t>
            </a:r>
          </a:p>
          <a:p>
            <a:pPr lvl="1"/>
            <a:r>
              <a:t>Section 1: Quarterly delivery milestones. EMP079 contributes to ast emp079 01 through recurring collaboration, clear ownership boundaries, and measurable outcomes. The team captures decisions, open issues, and handoffs so that knowledge remains discoverable for future programs.</a:t>
            </a:r>
          </a:p>
          <a:p>
            <a:pPr lvl="1"/>
            <a:r>
              <a:t>Section 2: Data quality remediation. EMP079 contributes to ast emp079 01 through recurring collaboration, clear ownership boundaries, and measurable outcomes. The team captures decisions, open issues, and handoffs so that knowledge remains discoverable for future programs.</a:t>
            </a:r>
          </a:p>
          <a:p>
            <a:pPr lvl="1"/>
            <a:r>
              <a:t>Section 3: Fabric semantic model planning. EMP079 contributes to ast emp079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Emp079 01 - EMP079</a:t>
            </a:r>
          </a:p>
        </p:txBody>
      </p:sp>
      <p:sp>
        <p:nvSpPr>
          <p:cNvPr id="3" name="Content Placeholder 2"/>
          <p:cNvSpPr>
            <a:spLocks noGrp="1"/>
          </p:cNvSpPr>
          <p:nvPr>
            <p:ph idx="1"/>
          </p:nvPr>
        </p:nvSpPr>
        <p:spPr/>
        <p:txBody>
          <a:bodyPr/>
          <a:lstStyle/>
          <a:p>
            <a:r>
              <a:t>Slide 3: Executive Summary</a:t>
            </a:r>
          </a:p>
          <a:p>
            <a:pPr lvl="1"/>
            <a:r>
              <a:t>Section 1: Customer escalation analysis. EMP079 contributes to ast emp079 01 through recurring collaboration, clear ownership boundaries, and measurable outcomes. The team captures decisions, open issues, and handoffs so that knowledge remains discoverable for future programs.</a:t>
            </a:r>
          </a:p>
          <a:p>
            <a:pPr lvl="1"/>
            <a:r>
              <a:t>Section 2: Customer escalation analysis. EMP079 contributes to ast emp079 01 through recurring collaboration, clear ownership boundaries, and measurable outcomes. The team captures decisions, open issues, and handoffs so that knowledge remains discoverable for future programs.</a:t>
            </a:r>
          </a:p>
          <a:p>
            <a:pPr lvl="1"/>
            <a:r>
              <a:t>Section 3: Operational risk review. EMP079 contributes to ast emp079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Emp079 01 - EMP079</a:t>
            </a:r>
          </a:p>
        </p:txBody>
      </p:sp>
      <p:sp>
        <p:nvSpPr>
          <p:cNvPr id="3" name="Content Placeholder 2"/>
          <p:cNvSpPr>
            <a:spLocks noGrp="1"/>
          </p:cNvSpPr>
          <p:nvPr>
            <p:ph idx="1"/>
          </p:nvPr>
        </p:nvSpPr>
        <p:spPr/>
        <p:txBody>
          <a:bodyPr/>
          <a:lstStyle/>
          <a:p>
            <a:r>
              <a:t>Slide 4: Executive Summary</a:t>
            </a:r>
          </a:p>
          <a:p>
            <a:pPr lvl="1"/>
            <a:r>
              <a:t>Section 1: Department KPI performance. EMP079 contributes to ast emp079 01 through recurring collaboration, clear ownership boundaries, and measurable outcomes. The team captures decisions, open issues, and handoffs so that knowledge remains discoverable for future programs.</a:t>
            </a:r>
          </a:p>
          <a:p>
            <a:pPr lvl="1"/>
            <a:r>
              <a:t>Section 2: Fabric semantic model planning. EMP079 contributes to ast emp079 01 through recurring collaboration, clear ownership boundaries, and measurable outcomes. The team captures decisions, open issues, and handoffs so that knowledge remains discoverable for future programs.</a:t>
            </a:r>
          </a:p>
          <a:p>
            <a:pPr lvl="1"/>
            <a:r>
              <a:t>Section 3: Operational risk review. EMP079 contributes to ast emp079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Emp079 01 - EMP079</a:t>
            </a:r>
          </a:p>
        </p:txBody>
      </p:sp>
      <p:sp>
        <p:nvSpPr>
          <p:cNvPr id="3" name="Content Placeholder 2"/>
          <p:cNvSpPr>
            <a:spLocks noGrp="1"/>
          </p:cNvSpPr>
          <p:nvPr>
            <p:ph idx="1"/>
          </p:nvPr>
        </p:nvSpPr>
        <p:spPr/>
        <p:txBody>
          <a:bodyPr/>
          <a:lstStyle/>
          <a:p>
            <a:r>
              <a:t>Slide 5: Executive Summary</a:t>
            </a:r>
          </a:p>
          <a:p>
            <a:pPr lvl="1"/>
            <a:r>
              <a:t>Section 1: Fabric semantic model planning. EMP079 contributes to ast emp079 01 through recurring collaboration, clear ownership boundaries, and measurable outcomes. The team captures decisions, open issues, and handoffs so that knowledge remains discoverable for future programs.</a:t>
            </a:r>
          </a:p>
          <a:p>
            <a:pPr lvl="1"/>
            <a:r>
              <a:t>Section 2: Operational risk review. EMP079 contributes to ast emp079 01 through recurring collaboration, clear ownership boundaries, and measurable outcomes. The team captures decisions, open issues, and handoffs so that knowledge remains discoverable for future programs.</a:t>
            </a:r>
          </a:p>
          <a:p>
            <a:pPr lvl="1"/>
            <a:r>
              <a:t>Section 3: Operational risk review. EMP079 contributes to ast emp079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