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10 - EMP016</a:t>
            </a:r>
          </a:p>
        </p:txBody>
      </p:sp>
      <p:sp>
        <p:nvSpPr>
          <p:cNvPr id="3" name="Content Placeholder 2"/>
          <p:cNvSpPr>
            <a:spLocks noGrp="1"/>
          </p:cNvSpPr>
          <p:nvPr>
            <p:ph idx="1"/>
          </p:nvPr>
        </p:nvSpPr>
        <p:spPr/>
        <p:txBody>
          <a:bodyPr/>
          <a:lstStyle/>
          <a:p>
            <a:r>
              <a:t>Slide 1: Executive Summary</a:t>
            </a:r>
          </a:p>
          <a:p>
            <a:pPr lvl="1"/>
            <a:r>
              <a:t>Section 1: Knowledge transfer and onboarding. EMP016 contributes to ast emp016 10 through recurring collaboration, clear ownership boundaries, and measurable outcomes. The team captures decisions, open issues, and handoffs so that knowledge remains discoverable for future programs.</a:t>
            </a:r>
          </a:p>
          <a:p>
            <a:pPr lvl="1"/>
            <a:r>
              <a:t>Section 2: Data quality remediation. EMP016 contributes to ast emp016 10 through recurring collaboration, clear ownership boundaries, and measurable outcomes. The team captures decisions, open issues, and handoffs so that knowledge remains discoverable for future programs.</a:t>
            </a:r>
          </a:p>
          <a:p>
            <a:pPr lvl="1"/>
            <a:r>
              <a:t>Section 3: Customer escalation analysis. EMP016 contributes to ast emp016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10 - EMP016</a:t>
            </a:r>
          </a:p>
        </p:txBody>
      </p:sp>
      <p:sp>
        <p:nvSpPr>
          <p:cNvPr id="3" name="Content Placeholder 2"/>
          <p:cNvSpPr>
            <a:spLocks noGrp="1"/>
          </p:cNvSpPr>
          <p:nvPr>
            <p:ph idx="1"/>
          </p:nvPr>
        </p:nvSpPr>
        <p:spPr/>
        <p:txBody>
          <a:bodyPr/>
          <a:lstStyle/>
          <a:p>
            <a:r>
              <a:t>Slide 2: Executive Summary</a:t>
            </a:r>
          </a:p>
          <a:p>
            <a:pPr lvl="1"/>
            <a:r>
              <a:t>Section 1: Operational risk review. EMP016 contributes to ast emp016 10 through recurring collaboration, clear ownership boundaries, and measurable outcomes. The team captures decisions, open issues, and handoffs so that knowledge remains discoverable for future programs.</a:t>
            </a:r>
          </a:p>
          <a:p>
            <a:pPr lvl="1"/>
            <a:r>
              <a:t>Section 2: Quarterly delivery milestones. EMP016 contributes to ast emp016 10 through recurring collaboration, clear ownership boundaries, and measurable outcomes. The team captures decisions, open issues, and handoffs so that knowledge remains discoverable for future programs.</a:t>
            </a:r>
          </a:p>
          <a:p>
            <a:pPr lvl="1"/>
            <a:r>
              <a:t>Section 3: Automation backlog refinement. EMP016 contributes to ast emp016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10 - EMP016</a:t>
            </a:r>
          </a:p>
        </p:txBody>
      </p:sp>
      <p:sp>
        <p:nvSpPr>
          <p:cNvPr id="3" name="Content Placeholder 2"/>
          <p:cNvSpPr>
            <a:spLocks noGrp="1"/>
          </p:cNvSpPr>
          <p:nvPr>
            <p:ph idx="1"/>
          </p:nvPr>
        </p:nvSpPr>
        <p:spPr/>
        <p:txBody>
          <a:bodyPr/>
          <a:lstStyle/>
          <a:p>
            <a:r>
              <a:t>Slide 3: Executive Summary</a:t>
            </a:r>
          </a:p>
          <a:p>
            <a:pPr lvl="1"/>
            <a:r>
              <a:t>Section 1: Department KPI performance. EMP016 contributes to ast emp016 10 through recurring collaboration, clear ownership boundaries, and measurable outcomes. The team captures decisions, open issues, and handoffs so that knowledge remains discoverable for future programs.</a:t>
            </a:r>
          </a:p>
          <a:p>
            <a:pPr lvl="1"/>
            <a:r>
              <a:t>Section 2: Automation backlog refinement. EMP016 contributes to ast emp016 10 through recurring collaboration, clear ownership boundaries, and measurable outcomes. The team captures decisions, open issues, and handoffs so that knowledge remains discoverable for future programs.</a:t>
            </a:r>
          </a:p>
          <a:p>
            <a:pPr lvl="1"/>
            <a:r>
              <a:t>Section 3: Department KPI performance. EMP016 contributes to ast emp016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10 - EMP016</a:t>
            </a:r>
          </a:p>
        </p:txBody>
      </p:sp>
      <p:sp>
        <p:nvSpPr>
          <p:cNvPr id="3" name="Content Placeholder 2"/>
          <p:cNvSpPr>
            <a:spLocks noGrp="1"/>
          </p:cNvSpPr>
          <p:nvPr>
            <p:ph idx="1"/>
          </p:nvPr>
        </p:nvSpPr>
        <p:spPr/>
        <p:txBody>
          <a:bodyPr/>
          <a:lstStyle/>
          <a:p>
            <a:r>
              <a:t>Slide 4: Executive Summary</a:t>
            </a:r>
          </a:p>
          <a:p>
            <a:pPr lvl="1"/>
            <a:r>
              <a:t>Section 1: Knowledge transfer and onboarding. EMP016 contributes to ast emp016 10 through recurring collaboration, clear ownership boundaries, and measurable outcomes. The team captures decisions, open issues, and handoffs so that knowledge remains discoverable for future programs.</a:t>
            </a:r>
          </a:p>
          <a:p>
            <a:pPr lvl="1"/>
            <a:r>
              <a:t>Section 2: Data quality remediation. EMP016 contributes to ast emp016 10 through recurring collaboration, clear ownership boundaries, and measurable outcomes. The team captures decisions, open issues, and handoffs so that knowledge remains discoverable for future programs.</a:t>
            </a:r>
          </a:p>
          <a:p>
            <a:pPr lvl="1"/>
            <a:r>
              <a:t>Section 3: Customer escalation analysis. EMP016 contributes to ast emp016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Emp016 10 - EMP016</a:t>
            </a:r>
          </a:p>
        </p:txBody>
      </p:sp>
      <p:sp>
        <p:nvSpPr>
          <p:cNvPr id="3" name="Content Placeholder 2"/>
          <p:cNvSpPr>
            <a:spLocks noGrp="1"/>
          </p:cNvSpPr>
          <p:nvPr>
            <p:ph idx="1"/>
          </p:nvPr>
        </p:nvSpPr>
        <p:spPr/>
        <p:txBody>
          <a:bodyPr/>
          <a:lstStyle/>
          <a:p>
            <a:r>
              <a:t>Slide 5: Executive Summary</a:t>
            </a:r>
          </a:p>
          <a:p>
            <a:pPr lvl="1"/>
            <a:r>
              <a:t>Section 1: Customer escalation analysis. EMP016 contributes to ast emp016 10 through recurring collaboration, clear ownership boundaries, and measurable outcomes. The team captures decisions, open issues, and handoffs so that knowledge remains discoverable for future programs.</a:t>
            </a:r>
          </a:p>
          <a:p>
            <a:pPr lvl="1"/>
            <a:r>
              <a:t>Section 2: Customer escalation analysis. EMP016 contributes to ast emp016 10 through recurring collaboration, clear ownership boundaries, and measurable outcomes. The team captures decisions, open issues, and handoffs so that knowledge remains discoverable for future programs.</a:t>
            </a:r>
          </a:p>
          <a:p>
            <a:pPr lvl="1"/>
            <a:r>
              <a:t>Section 3: Automation backlog refinement. EMP016 contributes to ast emp016 10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