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01 - EMP088</a:t>
            </a:r>
          </a:p>
        </p:txBody>
      </p:sp>
      <p:sp>
        <p:nvSpPr>
          <p:cNvPr id="3" name="Content Placeholder 2"/>
          <p:cNvSpPr>
            <a:spLocks noGrp="1"/>
          </p:cNvSpPr>
          <p:nvPr>
            <p:ph idx="1"/>
          </p:nvPr>
        </p:nvSpPr>
        <p:spPr/>
        <p:txBody>
          <a:bodyPr/>
          <a:lstStyle/>
          <a:p>
            <a:r>
              <a:t>Slide 1: Executive Summary</a:t>
            </a:r>
          </a:p>
          <a:p>
            <a:pPr lvl="1"/>
            <a:r>
              <a:t>Section 1: Knowledge transfer and onboarding. EMP088 contributes to ast emp088 01 through recurring collaboration, clear ownership boundaries, and measurable outcomes. The team captures decisions, open issues, and handoffs so that knowledge remains discoverable for future programs.</a:t>
            </a:r>
          </a:p>
          <a:p>
            <a:pPr lvl="1"/>
            <a:r>
              <a:t>Section 2: Department KPI performance. EMP088 contributes to ast emp088 01 through recurring collaboration, clear ownership boundaries, and measurable outcomes. The team captures decisions, open issues, and handoffs so that knowledge remains discoverable for future programs.</a:t>
            </a:r>
          </a:p>
          <a:p>
            <a:pPr lvl="1"/>
            <a:r>
              <a:t>Section 3: Customer escalation analysis. EMP088 contributes to ast emp088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01 - EMP088</a:t>
            </a:r>
          </a:p>
        </p:txBody>
      </p:sp>
      <p:sp>
        <p:nvSpPr>
          <p:cNvPr id="3" name="Content Placeholder 2"/>
          <p:cNvSpPr>
            <a:spLocks noGrp="1"/>
          </p:cNvSpPr>
          <p:nvPr>
            <p:ph idx="1"/>
          </p:nvPr>
        </p:nvSpPr>
        <p:spPr/>
        <p:txBody>
          <a:bodyPr/>
          <a:lstStyle/>
          <a:p>
            <a:r>
              <a:t>Slide 2: Executive Summary</a:t>
            </a:r>
          </a:p>
          <a:p>
            <a:pPr lvl="1"/>
            <a:r>
              <a:t>Section 1: Fabric semantic model planning. EMP088 contributes to ast emp088 01 through recurring collaboration, clear ownership boundaries, and measurable outcomes. The team captures decisions, open issues, and handoffs so that knowledge remains discoverable for future programs.</a:t>
            </a:r>
          </a:p>
          <a:p>
            <a:pPr lvl="1"/>
            <a:r>
              <a:t>Section 2: Department KPI performance. EMP088 contributes to ast emp088 01 through recurring collaboration, clear ownership boundaries, and measurable outcomes. The team captures decisions, open issues, and handoffs so that knowledge remains discoverable for future programs.</a:t>
            </a:r>
          </a:p>
          <a:p>
            <a:pPr lvl="1"/>
            <a:r>
              <a:t>Section 3: Knowledge transfer and onboarding. EMP088 contributes to ast emp088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01 - EMP088</a:t>
            </a:r>
          </a:p>
        </p:txBody>
      </p:sp>
      <p:sp>
        <p:nvSpPr>
          <p:cNvPr id="3" name="Content Placeholder 2"/>
          <p:cNvSpPr>
            <a:spLocks noGrp="1"/>
          </p:cNvSpPr>
          <p:nvPr>
            <p:ph idx="1"/>
          </p:nvPr>
        </p:nvSpPr>
        <p:spPr/>
        <p:txBody>
          <a:bodyPr/>
          <a:lstStyle/>
          <a:p>
            <a:r>
              <a:t>Slide 3: Executive Summary</a:t>
            </a:r>
          </a:p>
          <a:p>
            <a:pPr lvl="1"/>
            <a:r>
              <a:t>Section 1: Fabric semantic model planning. EMP088 contributes to ast emp088 01 through recurring collaboration, clear ownership boundaries, and measurable outcomes. The team captures decisions, open issues, and handoffs so that knowledge remains discoverable for future programs.</a:t>
            </a:r>
          </a:p>
          <a:p>
            <a:pPr lvl="1"/>
            <a:r>
              <a:t>Section 2: Customer escalation analysis. EMP088 contributes to ast emp088 01 through recurring collaboration, clear ownership boundaries, and measurable outcomes. The team captures decisions, open issues, and handoffs so that knowledge remains discoverable for future programs.</a:t>
            </a:r>
          </a:p>
          <a:p>
            <a:pPr lvl="1"/>
            <a:r>
              <a:t>Section 3: Quarterly delivery milestones. EMP088 contributes to ast emp088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01 - EMP088</a:t>
            </a:r>
          </a:p>
        </p:txBody>
      </p:sp>
      <p:sp>
        <p:nvSpPr>
          <p:cNvPr id="3" name="Content Placeholder 2"/>
          <p:cNvSpPr>
            <a:spLocks noGrp="1"/>
          </p:cNvSpPr>
          <p:nvPr>
            <p:ph idx="1"/>
          </p:nvPr>
        </p:nvSpPr>
        <p:spPr/>
        <p:txBody>
          <a:bodyPr/>
          <a:lstStyle/>
          <a:p>
            <a:r>
              <a:t>Slide 4: Executive Summary</a:t>
            </a:r>
          </a:p>
          <a:p>
            <a:pPr lvl="1"/>
            <a:r>
              <a:t>Section 1: Data quality remediation. EMP088 contributes to ast emp088 01 through recurring collaboration, clear ownership boundaries, and measurable outcomes. The team captures decisions, open issues, and handoffs so that knowledge remains discoverable for future programs.</a:t>
            </a:r>
          </a:p>
          <a:p>
            <a:pPr lvl="1"/>
            <a:r>
              <a:t>Section 2: Customer escalation analysis. EMP088 contributes to ast emp088 01 through recurring collaboration, clear ownership boundaries, and measurable outcomes. The team captures decisions, open issues, and handoffs so that knowledge remains discoverable for future programs.</a:t>
            </a:r>
          </a:p>
          <a:p>
            <a:pPr lvl="1"/>
            <a:r>
              <a:t>Section 3: Quarterly delivery milestones. EMP088 contributes to ast emp088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01 - EMP088</a:t>
            </a:r>
          </a:p>
        </p:txBody>
      </p:sp>
      <p:sp>
        <p:nvSpPr>
          <p:cNvPr id="3" name="Content Placeholder 2"/>
          <p:cNvSpPr>
            <a:spLocks noGrp="1"/>
          </p:cNvSpPr>
          <p:nvPr>
            <p:ph idx="1"/>
          </p:nvPr>
        </p:nvSpPr>
        <p:spPr/>
        <p:txBody>
          <a:bodyPr/>
          <a:lstStyle/>
          <a:p>
            <a:r>
              <a:t>Slide 5: Executive Summary</a:t>
            </a:r>
          </a:p>
          <a:p>
            <a:pPr lvl="1"/>
            <a:r>
              <a:t>Section 1: Data quality remediation. EMP088 contributes to ast emp088 01 through recurring collaboration, clear ownership boundaries, and measurable outcomes. The team captures decisions, open issues, and handoffs so that knowledge remains discoverable for future programs.</a:t>
            </a:r>
          </a:p>
          <a:p>
            <a:pPr lvl="1"/>
            <a:r>
              <a:t>Section 2: Automation backlog refinement. EMP088 contributes to ast emp088 01 through recurring collaboration, clear ownership boundaries, and measurable outcomes. The team captures decisions, open issues, and handoffs so that knowledge remains discoverable for future programs.</a:t>
            </a:r>
          </a:p>
          <a:p>
            <a:pPr lvl="1"/>
            <a:r>
              <a:t>Section 3: Operational risk review. EMP088 contributes to ast emp088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