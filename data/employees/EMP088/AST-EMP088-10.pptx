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10 - EMP088</a:t>
            </a:r>
          </a:p>
        </p:txBody>
      </p:sp>
      <p:sp>
        <p:nvSpPr>
          <p:cNvPr id="3" name="Content Placeholder 2"/>
          <p:cNvSpPr>
            <a:spLocks noGrp="1"/>
          </p:cNvSpPr>
          <p:nvPr>
            <p:ph idx="1"/>
          </p:nvPr>
        </p:nvSpPr>
        <p:spPr/>
        <p:txBody>
          <a:bodyPr/>
          <a:lstStyle/>
          <a:p>
            <a:r>
              <a:t>Slide 1: Executive Summary</a:t>
            </a:r>
          </a:p>
          <a:p>
            <a:pPr lvl="1"/>
            <a:r>
              <a:t>Section 1: Knowledge transfer and onboarding. EMP088 contributes to ast emp088 10 through recurring collaboration, clear ownership boundaries, and measurable outcomes. The team captures decisions, open issues, and handoffs so that knowledge remains discoverable for future programs.</a:t>
            </a:r>
          </a:p>
          <a:p>
            <a:pPr lvl="1"/>
            <a:r>
              <a:t>Section 2: Fabric semantic model planning. EMP088 contributes to ast emp088 10 through recurring collaboration, clear ownership boundaries, and measurable outcomes. The team captures decisions, open issues, and handoffs so that knowledge remains discoverable for future programs.</a:t>
            </a:r>
          </a:p>
          <a:p>
            <a:pPr lvl="1"/>
            <a:r>
              <a:t>Section 3: Data quality remediation. EMP088 contributes to ast emp088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10 - EMP088</a:t>
            </a:r>
          </a:p>
        </p:txBody>
      </p:sp>
      <p:sp>
        <p:nvSpPr>
          <p:cNvPr id="3" name="Content Placeholder 2"/>
          <p:cNvSpPr>
            <a:spLocks noGrp="1"/>
          </p:cNvSpPr>
          <p:nvPr>
            <p:ph idx="1"/>
          </p:nvPr>
        </p:nvSpPr>
        <p:spPr/>
        <p:txBody>
          <a:bodyPr/>
          <a:lstStyle/>
          <a:p>
            <a:r>
              <a:t>Slide 2: Executive Summary</a:t>
            </a:r>
          </a:p>
          <a:p>
            <a:pPr lvl="1"/>
            <a:r>
              <a:t>Section 1: Automation backlog refinement. EMP088 contributes to ast emp088 10 through recurring collaboration, clear ownership boundaries, and measurable outcomes. The team captures decisions, open issues, and handoffs so that knowledge remains discoverable for future programs.</a:t>
            </a:r>
          </a:p>
          <a:p>
            <a:pPr lvl="1"/>
            <a:r>
              <a:t>Section 2: Operational risk review. EMP088 contributes to ast emp088 10 through recurring collaboration, clear ownership boundaries, and measurable outcomes. The team captures decisions, open issues, and handoffs so that knowledge remains discoverable for future programs.</a:t>
            </a:r>
          </a:p>
          <a:p>
            <a:pPr lvl="1"/>
            <a:r>
              <a:t>Section 3: Knowledge transfer and onboarding. EMP088 contributes to ast emp088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10 - EMP088</a:t>
            </a:r>
          </a:p>
        </p:txBody>
      </p:sp>
      <p:sp>
        <p:nvSpPr>
          <p:cNvPr id="3" name="Content Placeholder 2"/>
          <p:cNvSpPr>
            <a:spLocks noGrp="1"/>
          </p:cNvSpPr>
          <p:nvPr>
            <p:ph idx="1"/>
          </p:nvPr>
        </p:nvSpPr>
        <p:spPr/>
        <p:txBody>
          <a:bodyPr/>
          <a:lstStyle/>
          <a:p>
            <a:r>
              <a:t>Slide 3: Executive Summary</a:t>
            </a:r>
          </a:p>
          <a:p>
            <a:pPr lvl="1"/>
            <a:r>
              <a:t>Section 1: Department KPI performance. EMP088 contributes to ast emp088 10 through recurring collaboration, clear ownership boundaries, and measurable outcomes. The team captures decisions, open issues, and handoffs so that knowledge remains discoverable for future programs.</a:t>
            </a:r>
          </a:p>
          <a:p>
            <a:pPr lvl="1"/>
            <a:r>
              <a:t>Section 2: Fabric semantic model planning. EMP088 contributes to ast emp088 10 through recurring collaboration, clear ownership boundaries, and measurable outcomes. The team captures decisions, open issues, and handoffs so that knowledge remains discoverable for future programs.</a:t>
            </a:r>
          </a:p>
          <a:p>
            <a:pPr lvl="1"/>
            <a:r>
              <a:t>Section 3: Automation backlog refinement. EMP088 contributes to ast emp088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10 - EMP088</a:t>
            </a:r>
          </a:p>
        </p:txBody>
      </p:sp>
      <p:sp>
        <p:nvSpPr>
          <p:cNvPr id="3" name="Content Placeholder 2"/>
          <p:cNvSpPr>
            <a:spLocks noGrp="1"/>
          </p:cNvSpPr>
          <p:nvPr>
            <p:ph idx="1"/>
          </p:nvPr>
        </p:nvSpPr>
        <p:spPr/>
        <p:txBody>
          <a:bodyPr/>
          <a:lstStyle/>
          <a:p>
            <a:r>
              <a:t>Slide 4: Executive Summary</a:t>
            </a:r>
          </a:p>
          <a:p>
            <a:pPr lvl="1"/>
            <a:r>
              <a:t>Section 1: Data quality remediation. EMP088 contributes to ast emp088 10 through recurring collaboration, clear ownership boundaries, and measurable outcomes. The team captures decisions, open issues, and handoffs so that knowledge remains discoverable for future programs.</a:t>
            </a:r>
          </a:p>
          <a:p>
            <a:pPr lvl="1"/>
            <a:r>
              <a:t>Section 2: Operational risk review. EMP088 contributes to ast emp088 10 through recurring collaboration, clear ownership boundaries, and measurable outcomes. The team captures decisions, open issues, and handoffs so that knowledge remains discoverable for future programs.</a:t>
            </a:r>
          </a:p>
          <a:p>
            <a:pPr lvl="1"/>
            <a:r>
              <a:t>Section 3: Fabric semantic model planning. EMP088 contributes to ast emp088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Emp088 10 - EMP088</a:t>
            </a:r>
          </a:p>
        </p:txBody>
      </p:sp>
      <p:sp>
        <p:nvSpPr>
          <p:cNvPr id="3" name="Content Placeholder 2"/>
          <p:cNvSpPr>
            <a:spLocks noGrp="1"/>
          </p:cNvSpPr>
          <p:nvPr>
            <p:ph idx="1"/>
          </p:nvPr>
        </p:nvSpPr>
        <p:spPr/>
        <p:txBody>
          <a:bodyPr/>
          <a:lstStyle/>
          <a:p>
            <a:r>
              <a:t>Slide 5: Executive Summary</a:t>
            </a:r>
          </a:p>
          <a:p>
            <a:pPr lvl="1"/>
            <a:r>
              <a:t>Section 1: Department KPI performance. EMP088 contributes to ast emp088 10 through recurring collaboration, clear ownership boundaries, and measurable outcomes. The team captures decisions, open issues, and handoffs so that knowledge remains discoverable for future programs.</a:t>
            </a:r>
          </a:p>
          <a:p>
            <a:pPr lvl="1"/>
            <a:r>
              <a:t>Section 2: Department KPI performance. EMP088 contributes to ast emp088 10 through recurring collaboration, clear ownership boundaries, and measurable outcomes. The team captures decisions, open issues, and handoffs so that knowledge remains discoverable for future programs.</a:t>
            </a:r>
          </a:p>
          <a:p>
            <a:pPr lvl="1"/>
            <a:r>
              <a:t>Section 3: Quarterly delivery milestones. EMP088 contributes to ast emp088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