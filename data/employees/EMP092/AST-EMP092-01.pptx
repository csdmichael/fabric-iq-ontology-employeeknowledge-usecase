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EMP092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Jordan Nguyen | Analyst | Finance</a:t>
            </a:r>
          </a:p>
          <a:p>
            <a:r>
              <a:t>Prepared: 2025-04-04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Jordan Nguyen (Analyst)</a:t>
            </a:r>
          </a:p>
          <a:p>
            <a:r>
              <a:t>Location: Bengaluru | Skills: Synapse, Power BI, TypeScript,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Jordan Nguyen (Analyst)</a:t>
            </a:r>
          </a:p>
          <a:p>
            <a:r>
              <a:t>Location: Bengaluru | Skills: Synapse, Power BI, TypeScript, Python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Jordan Nguyen (Analyst)</a:t>
            </a:r>
          </a:p>
          <a:p>
            <a:r>
              <a:t>Location: Bengaluru | Skills: Synapse, Power BI, TypeScript,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