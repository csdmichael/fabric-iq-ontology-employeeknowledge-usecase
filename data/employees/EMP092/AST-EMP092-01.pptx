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01 - EMP092</a:t>
            </a:r>
          </a:p>
        </p:txBody>
      </p:sp>
      <p:sp>
        <p:nvSpPr>
          <p:cNvPr id="3" name="Content Placeholder 2"/>
          <p:cNvSpPr>
            <a:spLocks noGrp="1"/>
          </p:cNvSpPr>
          <p:nvPr>
            <p:ph idx="1"/>
          </p:nvPr>
        </p:nvSpPr>
        <p:spPr/>
        <p:txBody>
          <a:bodyPr/>
          <a:lstStyle/>
          <a:p>
            <a:r>
              <a:t>Slide 1: Executive Summary</a:t>
            </a:r>
          </a:p>
          <a:p>
            <a:pPr lvl="1"/>
            <a:r>
              <a:t>Section 1: Fabric semantic model planning. EMP092 contributes to ast emp092 01 through recurring collaboration, clear ownership boundaries, and measurable outcomes. The team captures decisions, open issues, and handoffs so that knowledge remains discoverable for future programs.</a:t>
            </a:r>
          </a:p>
          <a:p>
            <a:pPr lvl="1"/>
            <a:r>
              <a:t>Section 2: Department KPI performance. EMP092 contributes to ast emp092 01 through recurring collaboration, clear ownership boundaries, and measurable outcomes. The team captures decisions, open issues, and handoffs so that knowledge remains discoverable for future programs.</a:t>
            </a:r>
          </a:p>
          <a:p>
            <a:pPr lvl="1"/>
            <a:r>
              <a:t>Section 3: Knowledge transfer and onboarding. EMP092 contributes to ast emp092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01 - EMP092</a:t>
            </a:r>
          </a:p>
        </p:txBody>
      </p:sp>
      <p:sp>
        <p:nvSpPr>
          <p:cNvPr id="3" name="Content Placeholder 2"/>
          <p:cNvSpPr>
            <a:spLocks noGrp="1"/>
          </p:cNvSpPr>
          <p:nvPr>
            <p:ph idx="1"/>
          </p:nvPr>
        </p:nvSpPr>
        <p:spPr/>
        <p:txBody>
          <a:bodyPr/>
          <a:lstStyle/>
          <a:p>
            <a:r>
              <a:t>Slide 2: Executive Summary</a:t>
            </a:r>
          </a:p>
          <a:p>
            <a:pPr lvl="1"/>
            <a:r>
              <a:t>Section 1: Department KPI performance. EMP092 contributes to ast emp092 01 through recurring collaboration, clear ownership boundaries, and measurable outcomes. The team captures decisions, open issues, and handoffs so that knowledge remains discoverable for future programs.</a:t>
            </a:r>
          </a:p>
          <a:p>
            <a:pPr lvl="1"/>
            <a:r>
              <a:t>Section 2: Knowledge transfer and onboarding. EMP092 contributes to ast emp092 01 through recurring collaboration, clear ownership boundaries, and measurable outcomes. The team captures decisions, open issues, and handoffs so that knowledge remains discoverable for future programs.</a:t>
            </a:r>
          </a:p>
          <a:p>
            <a:pPr lvl="1"/>
            <a:r>
              <a:t>Section 3: Operational risk review. EMP092 contributes to ast emp092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01 - EMP092</a:t>
            </a:r>
          </a:p>
        </p:txBody>
      </p:sp>
      <p:sp>
        <p:nvSpPr>
          <p:cNvPr id="3" name="Content Placeholder 2"/>
          <p:cNvSpPr>
            <a:spLocks noGrp="1"/>
          </p:cNvSpPr>
          <p:nvPr>
            <p:ph idx="1"/>
          </p:nvPr>
        </p:nvSpPr>
        <p:spPr/>
        <p:txBody>
          <a:bodyPr/>
          <a:lstStyle/>
          <a:p>
            <a:r>
              <a:t>Slide 3: Executive Summary</a:t>
            </a:r>
          </a:p>
          <a:p>
            <a:pPr lvl="1"/>
            <a:r>
              <a:t>Section 1: Operational risk review. EMP092 contributes to ast emp092 01 through recurring collaboration, clear ownership boundaries, and measurable outcomes. The team captures decisions, open issues, and handoffs so that knowledge remains discoverable for future programs.</a:t>
            </a:r>
          </a:p>
          <a:p>
            <a:pPr lvl="1"/>
            <a:r>
              <a:t>Section 2: Automation backlog refinement. EMP092 contributes to ast emp092 01 through recurring collaboration, clear ownership boundaries, and measurable outcomes. The team captures decisions, open issues, and handoffs so that knowledge remains discoverable for future programs.</a:t>
            </a:r>
          </a:p>
          <a:p>
            <a:pPr lvl="1"/>
            <a:r>
              <a:t>Section 3: Operational risk review. EMP092 contributes to ast emp092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01 - EMP092</a:t>
            </a:r>
          </a:p>
        </p:txBody>
      </p:sp>
      <p:sp>
        <p:nvSpPr>
          <p:cNvPr id="3" name="Content Placeholder 2"/>
          <p:cNvSpPr>
            <a:spLocks noGrp="1"/>
          </p:cNvSpPr>
          <p:nvPr>
            <p:ph idx="1"/>
          </p:nvPr>
        </p:nvSpPr>
        <p:spPr/>
        <p:txBody>
          <a:bodyPr/>
          <a:lstStyle/>
          <a:p>
            <a:r>
              <a:t>Slide 4: Executive Summary</a:t>
            </a:r>
          </a:p>
          <a:p>
            <a:pPr lvl="1"/>
            <a:r>
              <a:t>Section 1: Customer escalation analysis. EMP092 contributes to ast emp092 01 through recurring collaboration, clear ownership boundaries, and measurable outcomes. The team captures decisions, open issues, and handoffs so that knowledge remains discoverable for future programs.</a:t>
            </a:r>
          </a:p>
          <a:p>
            <a:pPr lvl="1"/>
            <a:r>
              <a:t>Section 2: Automation backlog refinement. EMP092 contributes to ast emp092 01 through recurring collaboration, clear ownership boundaries, and measurable outcomes. The team captures decisions, open issues, and handoffs so that knowledge remains discoverable for future programs.</a:t>
            </a:r>
          </a:p>
          <a:p>
            <a:pPr lvl="1"/>
            <a:r>
              <a:t>Section 3: Data quality remediation. EMP092 contributes to ast emp092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Emp092 01 - EMP092</a:t>
            </a:r>
          </a:p>
        </p:txBody>
      </p:sp>
      <p:sp>
        <p:nvSpPr>
          <p:cNvPr id="3" name="Content Placeholder 2"/>
          <p:cNvSpPr>
            <a:spLocks noGrp="1"/>
          </p:cNvSpPr>
          <p:nvPr>
            <p:ph idx="1"/>
          </p:nvPr>
        </p:nvSpPr>
        <p:spPr/>
        <p:txBody>
          <a:bodyPr/>
          <a:lstStyle/>
          <a:p>
            <a:r>
              <a:t>Slide 5: Executive Summary</a:t>
            </a:r>
          </a:p>
          <a:p>
            <a:pPr lvl="1"/>
            <a:r>
              <a:t>Section 1: Department KPI performance. EMP092 contributes to ast emp092 01 through recurring collaboration, clear ownership boundaries, and measurable outcomes. The team captures decisions, open issues, and handoffs so that knowledge remains discoverable for future programs.</a:t>
            </a:r>
          </a:p>
          <a:p>
            <a:pPr lvl="1"/>
            <a:r>
              <a:t>Section 2: Automation backlog refinement. EMP092 contributes to ast emp092 01 through recurring collaboration, clear ownership boundaries, and measurable outcomes. The team captures decisions, open issues, and handoffs so that knowledge remains discoverable for future programs.</a:t>
            </a:r>
          </a:p>
          <a:p>
            <a:pPr lvl="1"/>
            <a:r>
              <a:t>Section 3: Operational risk review. EMP092 contributes to ast emp092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