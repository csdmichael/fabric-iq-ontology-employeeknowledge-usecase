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Emp040 01 - EMP040</a:t>
            </a:r>
          </a:p>
        </p:txBody>
      </p:sp>
      <p:sp>
        <p:nvSpPr>
          <p:cNvPr id="3" name="Content Placeholder 2"/>
          <p:cNvSpPr>
            <a:spLocks noGrp="1"/>
          </p:cNvSpPr>
          <p:nvPr>
            <p:ph idx="1"/>
          </p:nvPr>
        </p:nvSpPr>
        <p:spPr/>
        <p:txBody>
          <a:bodyPr/>
          <a:lstStyle/>
          <a:p>
            <a:r>
              <a:t>Slide 1: Executive Summary</a:t>
            </a:r>
          </a:p>
          <a:p>
            <a:pPr lvl="1"/>
            <a:r>
              <a:t>Section 1: Customer escalation analysis. EMP040 contributes to ast emp040 01 through recurring collaboration, clear ownership boundaries, and measurable outcomes. The team captures decisions, open issues, and handoffs so that knowledge remains discoverable for future programs.</a:t>
            </a:r>
          </a:p>
          <a:p>
            <a:pPr lvl="1"/>
            <a:r>
              <a:t>Section 2: Quarterly delivery milestones. EMP040 contributes to ast emp040 01 through recurring collaboration, clear ownership boundaries, and measurable outcomes. The team captures decisions, open issues, and handoffs so that knowledge remains discoverable for future programs.</a:t>
            </a:r>
          </a:p>
          <a:p>
            <a:pPr lvl="1"/>
            <a:r>
              <a:t>Section 3: Knowledge transfer and onboarding. EMP040 contributes to ast emp040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Emp040 01 - EMP040</a:t>
            </a:r>
          </a:p>
        </p:txBody>
      </p:sp>
      <p:sp>
        <p:nvSpPr>
          <p:cNvPr id="3" name="Content Placeholder 2"/>
          <p:cNvSpPr>
            <a:spLocks noGrp="1"/>
          </p:cNvSpPr>
          <p:nvPr>
            <p:ph idx="1"/>
          </p:nvPr>
        </p:nvSpPr>
        <p:spPr/>
        <p:txBody>
          <a:bodyPr/>
          <a:lstStyle/>
          <a:p>
            <a:r>
              <a:t>Slide 2: Executive Summary</a:t>
            </a:r>
          </a:p>
          <a:p>
            <a:pPr lvl="1"/>
            <a:r>
              <a:t>Section 1: Customer escalation analysis. EMP040 contributes to ast emp040 01 through recurring collaboration, clear ownership boundaries, and measurable outcomes. The team captures decisions, open issues, and handoffs so that knowledge remains discoverable for future programs.</a:t>
            </a:r>
          </a:p>
          <a:p>
            <a:pPr lvl="1"/>
            <a:r>
              <a:t>Section 2: Data quality remediation. EMP040 contributes to ast emp040 01 through recurring collaboration, clear ownership boundaries, and measurable outcomes. The team captures decisions, open issues, and handoffs so that knowledge remains discoverable for future programs.</a:t>
            </a:r>
          </a:p>
          <a:p>
            <a:pPr lvl="1"/>
            <a:r>
              <a:t>Section 3: Customer escalation analysis. EMP040 contributes to ast emp040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Emp040 01 - EMP040</a:t>
            </a:r>
          </a:p>
        </p:txBody>
      </p:sp>
      <p:sp>
        <p:nvSpPr>
          <p:cNvPr id="3" name="Content Placeholder 2"/>
          <p:cNvSpPr>
            <a:spLocks noGrp="1"/>
          </p:cNvSpPr>
          <p:nvPr>
            <p:ph idx="1"/>
          </p:nvPr>
        </p:nvSpPr>
        <p:spPr/>
        <p:txBody>
          <a:bodyPr/>
          <a:lstStyle/>
          <a:p>
            <a:r>
              <a:t>Slide 3: Executive Summary</a:t>
            </a:r>
          </a:p>
          <a:p>
            <a:pPr lvl="1"/>
            <a:r>
              <a:t>Section 1: Fabric semantic model planning. EMP040 contributes to ast emp040 01 through recurring collaboration, clear ownership boundaries, and measurable outcomes. The team captures decisions, open issues, and handoffs so that knowledge remains discoverable for future programs.</a:t>
            </a:r>
          </a:p>
          <a:p>
            <a:pPr lvl="1"/>
            <a:r>
              <a:t>Section 2: Quarterly delivery milestones. EMP040 contributes to ast emp040 01 through recurring collaboration, clear ownership boundaries, and measurable outcomes. The team captures decisions, open issues, and handoffs so that knowledge remains discoverable for future programs.</a:t>
            </a:r>
          </a:p>
          <a:p>
            <a:pPr lvl="1"/>
            <a:r>
              <a:t>Section 3: Quarterly delivery milestones. EMP040 contributes to ast emp040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Emp040 01 - EMP040</a:t>
            </a:r>
          </a:p>
        </p:txBody>
      </p:sp>
      <p:sp>
        <p:nvSpPr>
          <p:cNvPr id="3" name="Content Placeholder 2"/>
          <p:cNvSpPr>
            <a:spLocks noGrp="1"/>
          </p:cNvSpPr>
          <p:nvPr>
            <p:ph idx="1"/>
          </p:nvPr>
        </p:nvSpPr>
        <p:spPr/>
        <p:txBody>
          <a:bodyPr/>
          <a:lstStyle/>
          <a:p>
            <a:r>
              <a:t>Slide 4: Executive Summary</a:t>
            </a:r>
          </a:p>
          <a:p>
            <a:pPr lvl="1"/>
            <a:r>
              <a:t>Section 1: Automation backlog refinement. EMP040 contributes to ast emp040 01 through recurring collaboration, clear ownership boundaries, and measurable outcomes. The team captures decisions, open issues, and handoffs so that knowledge remains discoverable for future programs.</a:t>
            </a:r>
          </a:p>
          <a:p>
            <a:pPr lvl="1"/>
            <a:r>
              <a:t>Section 2: Knowledge transfer and onboarding. EMP040 contributes to ast emp040 01 through recurring collaboration, clear ownership boundaries, and measurable outcomes. The team captures decisions, open issues, and handoffs so that knowledge remains discoverable for future programs.</a:t>
            </a:r>
          </a:p>
          <a:p>
            <a:pPr lvl="1"/>
            <a:r>
              <a:t>Section 3: Automation backlog refinement. EMP040 contributes to ast emp040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Emp040 01 - EMP040</a:t>
            </a:r>
          </a:p>
        </p:txBody>
      </p:sp>
      <p:sp>
        <p:nvSpPr>
          <p:cNvPr id="3" name="Content Placeholder 2"/>
          <p:cNvSpPr>
            <a:spLocks noGrp="1"/>
          </p:cNvSpPr>
          <p:nvPr>
            <p:ph idx="1"/>
          </p:nvPr>
        </p:nvSpPr>
        <p:spPr/>
        <p:txBody>
          <a:bodyPr/>
          <a:lstStyle/>
          <a:p>
            <a:r>
              <a:t>Slide 5: Executive Summary</a:t>
            </a:r>
          </a:p>
          <a:p>
            <a:pPr lvl="1"/>
            <a:r>
              <a:t>Section 1: Knowledge transfer and onboarding. EMP040 contributes to ast emp040 01 through recurring collaboration, clear ownership boundaries, and measurable outcomes. The team captures decisions, open issues, and handoffs so that knowledge remains discoverable for future programs.</a:t>
            </a:r>
          </a:p>
          <a:p>
            <a:pPr lvl="1"/>
            <a:r>
              <a:t>Section 2: Department KPI performance. EMP040 contributes to ast emp040 01 through recurring collaboration, clear ownership boundaries, and measurable outcomes. The team captures decisions, open issues, and handoffs so that knowledge remains discoverable for future programs.</a:t>
            </a:r>
          </a:p>
          <a:p>
            <a:pPr lvl="1"/>
            <a:r>
              <a:t>Section 3: Operational risk review. EMP040 contributes to ast emp040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