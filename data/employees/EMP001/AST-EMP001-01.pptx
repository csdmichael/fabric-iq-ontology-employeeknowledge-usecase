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Emp001 01 - EMP001</a:t>
            </a:r>
          </a:p>
        </p:txBody>
      </p:sp>
      <p:sp>
        <p:nvSpPr>
          <p:cNvPr id="3" name="Content Placeholder 2"/>
          <p:cNvSpPr>
            <a:spLocks noGrp="1"/>
          </p:cNvSpPr>
          <p:nvPr>
            <p:ph idx="1"/>
          </p:nvPr>
        </p:nvSpPr>
        <p:spPr/>
        <p:txBody>
          <a:bodyPr/>
          <a:lstStyle/>
          <a:p>
            <a:r>
              <a:t>Slide 1: Executive Summary</a:t>
            </a:r>
          </a:p>
          <a:p>
            <a:pPr lvl="1"/>
            <a:r>
              <a:t>Section 1: Automation backlog refinement. EMP001 contributes to ast emp001 01 through recurring collaboration, clear ownership boundaries, and measurable outcomes. The team captures decisions, open issues, and handoffs so that knowledge remains discoverable for future programs.</a:t>
            </a:r>
          </a:p>
          <a:p>
            <a:pPr lvl="1"/>
            <a:r>
              <a:t>Section 2: Operational risk review. EMP001 contributes to ast emp001 01 through recurring collaboration, clear ownership boundaries, and measurable outcomes. The team captures decisions, open issues, and handoffs so that knowledge remains discoverable for future programs.</a:t>
            </a:r>
          </a:p>
          <a:p>
            <a:pPr lvl="1"/>
            <a:r>
              <a:t>Section 3: Department KPI performance. EMP001 contributes to ast emp001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Emp001 01 - EMP001</a:t>
            </a:r>
          </a:p>
        </p:txBody>
      </p:sp>
      <p:sp>
        <p:nvSpPr>
          <p:cNvPr id="3" name="Content Placeholder 2"/>
          <p:cNvSpPr>
            <a:spLocks noGrp="1"/>
          </p:cNvSpPr>
          <p:nvPr>
            <p:ph idx="1"/>
          </p:nvPr>
        </p:nvSpPr>
        <p:spPr/>
        <p:txBody>
          <a:bodyPr/>
          <a:lstStyle/>
          <a:p>
            <a:r>
              <a:t>Slide 2: Executive Summary</a:t>
            </a:r>
          </a:p>
          <a:p>
            <a:pPr lvl="1"/>
            <a:r>
              <a:t>Section 1: Operational risk review. EMP001 contributes to ast emp001 01 through recurring collaboration, clear ownership boundaries, and measurable outcomes. The team captures decisions, open issues, and handoffs so that knowledge remains discoverable for future programs.</a:t>
            </a:r>
          </a:p>
          <a:p>
            <a:pPr lvl="1"/>
            <a:r>
              <a:t>Section 2: Data quality remediation. EMP001 contributes to ast emp001 01 through recurring collaboration, clear ownership boundaries, and measurable outcomes. The team captures decisions, open issues, and handoffs so that knowledge remains discoverable for future programs.</a:t>
            </a:r>
          </a:p>
          <a:p>
            <a:pPr lvl="1"/>
            <a:r>
              <a:t>Section 3: Fabric semantic model planning. EMP001 contributes to ast emp001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Emp001 01 - EMP001</a:t>
            </a:r>
          </a:p>
        </p:txBody>
      </p:sp>
      <p:sp>
        <p:nvSpPr>
          <p:cNvPr id="3" name="Content Placeholder 2"/>
          <p:cNvSpPr>
            <a:spLocks noGrp="1"/>
          </p:cNvSpPr>
          <p:nvPr>
            <p:ph idx="1"/>
          </p:nvPr>
        </p:nvSpPr>
        <p:spPr/>
        <p:txBody>
          <a:bodyPr/>
          <a:lstStyle/>
          <a:p>
            <a:r>
              <a:t>Slide 3: Executive Summary</a:t>
            </a:r>
          </a:p>
          <a:p>
            <a:pPr lvl="1"/>
            <a:r>
              <a:t>Section 1: Fabric semantic model planning. EMP001 contributes to ast emp001 01 through recurring collaboration, clear ownership boundaries, and measurable outcomes. The team captures decisions, open issues, and handoffs so that knowledge remains discoverable for future programs.</a:t>
            </a:r>
          </a:p>
          <a:p>
            <a:pPr lvl="1"/>
            <a:r>
              <a:t>Section 2: Customer escalation analysis. EMP001 contributes to ast emp001 01 through recurring collaboration, clear ownership boundaries, and measurable outcomes. The team captures decisions, open issues, and handoffs so that knowledge remains discoverable for future programs.</a:t>
            </a:r>
          </a:p>
          <a:p>
            <a:pPr lvl="1"/>
            <a:r>
              <a:t>Section 3: Knowledge transfer and onboarding. EMP001 contributes to ast emp001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Emp001 01 - EMP001</a:t>
            </a:r>
          </a:p>
        </p:txBody>
      </p:sp>
      <p:sp>
        <p:nvSpPr>
          <p:cNvPr id="3" name="Content Placeholder 2"/>
          <p:cNvSpPr>
            <a:spLocks noGrp="1"/>
          </p:cNvSpPr>
          <p:nvPr>
            <p:ph idx="1"/>
          </p:nvPr>
        </p:nvSpPr>
        <p:spPr/>
        <p:txBody>
          <a:bodyPr/>
          <a:lstStyle/>
          <a:p>
            <a:r>
              <a:t>Slide 4: Executive Summary</a:t>
            </a:r>
          </a:p>
          <a:p>
            <a:pPr lvl="1"/>
            <a:r>
              <a:t>Section 1: Knowledge transfer and onboarding. EMP001 contributes to ast emp001 01 through recurring collaboration, clear ownership boundaries, and measurable outcomes. The team captures decisions, open issues, and handoffs so that knowledge remains discoverable for future programs.</a:t>
            </a:r>
          </a:p>
          <a:p>
            <a:pPr lvl="1"/>
            <a:r>
              <a:t>Section 2: Automation backlog refinement. EMP001 contributes to ast emp001 01 through recurring collaboration, clear ownership boundaries, and measurable outcomes. The team captures decisions, open issues, and handoffs so that knowledge remains discoverable for future programs.</a:t>
            </a:r>
          </a:p>
          <a:p>
            <a:pPr lvl="1"/>
            <a:r>
              <a:t>Section 3: Knowledge transfer and onboarding. EMP001 contributes to ast emp001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Emp001 01 - EMP001</a:t>
            </a:r>
          </a:p>
        </p:txBody>
      </p:sp>
      <p:sp>
        <p:nvSpPr>
          <p:cNvPr id="3" name="Content Placeholder 2"/>
          <p:cNvSpPr>
            <a:spLocks noGrp="1"/>
          </p:cNvSpPr>
          <p:nvPr>
            <p:ph idx="1"/>
          </p:nvPr>
        </p:nvSpPr>
        <p:spPr/>
        <p:txBody>
          <a:bodyPr/>
          <a:lstStyle/>
          <a:p>
            <a:r>
              <a:t>Slide 5: Executive Summary</a:t>
            </a:r>
          </a:p>
          <a:p>
            <a:pPr lvl="1"/>
            <a:r>
              <a:t>Section 1: Knowledge transfer and onboarding. EMP001 contributes to ast emp001 01 through recurring collaboration, clear ownership boundaries, and measurable outcomes. The team captures decisions, open issues, and handoffs so that knowledge remains discoverable for future programs.</a:t>
            </a:r>
          </a:p>
          <a:p>
            <a:pPr lvl="1"/>
            <a:r>
              <a:t>Section 2: Customer escalation analysis. EMP001 contributes to ast emp001 01 through recurring collaboration, clear ownership boundaries, and measurable outcomes. The team captures decisions, open issues, and handoffs so that knowledge remains discoverable for future programs.</a:t>
            </a:r>
          </a:p>
          <a:p>
            <a:pPr lvl="1"/>
            <a:r>
              <a:t>Section 3: Operational risk review. EMP001 contributes to ast emp001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