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Emp015 15 - EMP015</a:t>
            </a:r>
          </a:p>
        </p:txBody>
      </p:sp>
      <p:sp>
        <p:nvSpPr>
          <p:cNvPr id="3" name="Content Placeholder 2"/>
          <p:cNvSpPr>
            <a:spLocks noGrp="1"/>
          </p:cNvSpPr>
          <p:nvPr>
            <p:ph idx="1"/>
          </p:nvPr>
        </p:nvSpPr>
        <p:spPr/>
        <p:txBody>
          <a:bodyPr/>
          <a:lstStyle/>
          <a:p>
            <a:r>
              <a:t>Slide 1: Executive Summary</a:t>
            </a:r>
          </a:p>
          <a:p>
            <a:pPr lvl="1"/>
            <a:r>
              <a:t>Section 1: Knowledge transfer and onboarding. EMP015 contributes to ast emp015 15 through recurring collaboration, clear ownership boundaries, and measurable outcomes. The team captures decisions, open issues, and handoffs so that knowledge remains discoverable for future programs.</a:t>
            </a:r>
          </a:p>
          <a:p>
            <a:pPr lvl="1"/>
            <a:r>
              <a:t>Section 2: Fabric semantic model planning. EMP015 contributes to ast emp015 15 through recurring collaboration, clear ownership boundaries, and measurable outcomes. The team captures decisions, open issues, and handoffs so that knowledge remains discoverable for future programs.</a:t>
            </a:r>
          </a:p>
          <a:p>
            <a:pPr lvl="1"/>
            <a:r>
              <a:t>Section 3: Data quality remediation. EMP015 contributes to ast emp015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Emp015 15 - EMP015</a:t>
            </a:r>
          </a:p>
        </p:txBody>
      </p:sp>
      <p:sp>
        <p:nvSpPr>
          <p:cNvPr id="3" name="Content Placeholder 2"/>
          <p:cNvSpPr>
            <a:spLocks noGrp="1"/>
          </p:cNvSpPr>
          <p:nvPr>
            <p:ph idx="1"/>
          </p:nvPr>
        </p:nvSpPr>
        <p:spPr/>
        <p:txBody>
          <a:bodyPr/>
          <a:lstStyle/>
          <a:p>
            <a:r>
              <a:t>Slide 2: Executive Summary</a:t>
            </a:r>
          </a:p>
          <a:p>
            <a:pPr lvl="1"/>
            <a:r>
              <a:t>Section 1: Data quality remediation. EMP015 contributes to ast emp015 15 through recurring collaboration, clear ownership boundaries, and measurable outcomes. The team captures decisions, open issues, and handoffs so that knowledge remains discoverable for future programs.</a:t>
            </a:r>
          </a:p>
          <a:p>
            <a:pPr lvl="1"/>
            <a:r>
              <a:t>Section 2: Fabric semantic model planning. EMP015 contributes to ast emp015 15 through recurring collaboration, clear ownership boundaries, and measurable outcomes. The team captures decisions, open issues, and handoffs so that knowledge remains discoverable for future programs.</a:t>
            </a:r>
          </a:p>
          <a:p>
            <a:pPr lvl="1"/>
            <a:r>
              <a:t>Section 3: Customer escalation analysis. EMP015 contributes to ast emp015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Emp015 15 - EMP015</a:t>
            </a:r>
          </a:p>
        </p:txBody>
      </p:sp>
      <p:sp>
        <p:nvSpPr>
          <p:cNvPr id="3" name="Content Placeholder 2"/>
          <p:cNvSpPr>
            <a:spLocks noGrp="1"/>
          </p:cNvSpPr>
          <p:nvPr>
            <p:ph idx="1"/>
          </p:nvPr>
        </p:nvSpPr>
        <p:spPr/>
        <p:txBody>
          <a:bodyPr/>
          <a:lstStyle/>
          <a:p>
            <a:r>
              <a:t>Slide 3: Executive Summary</a:t>
            </a:r>
          </a:p>
          <a:p>
            <a:pPr lvl="1"/>
            <a:r>
              <a:t>Section 1: Department KPI performance. EMP015 contributes to ast emp015 15 through recurring collaboration, clear ownership boundaries, and measurable outcomes. The team captures decisions, open issues, and handoffs so that knowledge remains discoverable for future programs.</a:t>
            </a:r>
          </a:p>
          <a:p>
            <a:pPr lvl="1"/>
            <a:r>
              <a:t>Section 2: Customer escalation analysis. EMP015 contributes to ast emp015 15 through recurring collaboration, clear ownership boundaries, and measurable outcomes. The team captures decisions, open issues, and handoffs so that knowledge remains discoverable for future programs.</a:t>
            </a:r>
          </a:p>
          <a:p>
            <a:pPr lvl="1"/>
            <a:r>
              <a:t>Section 3: Automation backlog refinement. EMP015 contributes to ast emp015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Emp015 15 - EMP015</a:t>
            </a:r>
          </a:p>
        </p:txBody>
      </p:sp>
      <p:sp>
        <p:nvSpPr>
          <p:cNvPr id="3" name="Content Placeholder 2"/>
          <p:cNvSpPr>
            <a:spLocks noGrp="1"/>
          </p:cNvSpPr>
          <p:nvPr>
            <p:ph idx="1"/>
          </p:nvPr>
        </p:nvSpPr>
        <p:spPr/>
        <p:txBody>
          <a:bodyPr/>
          <a:lstStyle/>
          <a:p>
            <a:r>
              <a:t>Slide 4: Executive Summary</a:t>
            </a:r>
          </a:p>
          <a:p>
            <a:pPr lvl="1"/>
            <a:r>
              <a:t>Section 1: Data quality remediation. EMP015 contributes to ast emp015 15 through recurring collaboration, clear ownership boundaries, and measurable outcomes. The team captures decisions, open issues, and handoffs so that knowledge remains discoverable for future programs.</a:t>
            </a:r>
          </a:p>
          <a:p>
            <a:pPr lvl="1"/>
            <a:r>
              <a:t>Section 2: Knowledge transfer and onboarding. EMP015 contributes to ast emp015 15 through recurring collaboration, clear ownership boundaries, and measurable outcomes. The team captures decisions, open issues, and handoffs so that knowledge remains discoverable for future programs.</a:t>
            </a:r>
          </a:p>
          <a:p>
            <a:pPr lvl="1"/>
            <a:r>
              <a:t>Section 3: Fabric semantic model planning. EMP015 contributes to ast emp015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Emp015 15 - EMP015</a:t>
            </a:r>
          </a:p>
        </p:txBody>
      </p:sp>
      <p:sp>
        <p:nvSpPr>
          <p:cNvPr id="3" name="Content Placeholder 2"/>
          <p:cNvSpPr>
            <a:spLocks noGrp="1"/>
          </p:cNvSpPr>
          <p:nvPr>
            <p:ph idx="1"/>
          </p:nvPr>
        </p:nvSpPr>
        <p:spPr/>
        <p:txBody>
          <a:bodyPr/>
          <a:lstStyle/>
          <a:p>
            <a:r>
              <a:t>Slide 5: Executive Summary</a:t>
            </a:r>
          </a:p>
          <a:p>
            <a:pPr lvl="1"/>
            <a:r>
              <a:t>Section 1: Fabric semantic model planning. EMP015 contributes to ast emp015 15 through recurring collaboration, clear ownership boundaries, and measurable outcomes. The team captures decisions, open issues, and handoffs so that knowledge remains discoverable for future programs.</a:t>
            </a:r>
          </a:p>
          <a:p>
            <a:pPr lvl="1"/>
            <a:r>
              <a:t>Section 2: Automation backlog refinement. EMP015 contributes to ast emp015 15 through recurring collaboration, clear ownership boundaries, and measurable outcomes. The team captures decisions, open issues, and handoffs so that knowledge remains discoverable for future programs.</a:t>
            </a:r>
          </a:p>
          <a:p>
            <a:pPr lvl="1"/>
            <a:r>
              <a:t>Section 3: Automation backlog refinement. EMP015 contributes to ast emp015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