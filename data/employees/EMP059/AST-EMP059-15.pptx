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15 - EMP059</a:t>
            </a:r>
          </a:p>
        </p:txBody>
      </p:sp>
      <p:sp>
        <p:nvSpPr>
          <p:cNvPr id="3" name="Content Placeholder 2"/>
          <p:cNvSpPr>
            <a:spLocks noGrp="1"/>
          </p:cNvSpPr>
          <p:nvPr>
            <p:ph idx="1"/>
          </p:nvPr>
        </p:nvSpPr>
        <p:spPr/>
        <p:txBody>
          <a:bodyPr/>
          <a:lstStyle/>
          <a:p>
            <a:r>
              <a:t>Slide 1: Executive Summary</a:t>
            </a:r>
          </a:p>
          <a:p>
            <a:pPr lvl="1"/>
            <a:r>
              <a:t>Section 1: Operational risk review. EMP059 contributes to ast emp059 15 through recurring collaboration, clear ownership boundaries, and measurable outcomes. The team captures decisions, open issues, and handoffs so that knowledge remains discoverable for future programs.</a:t>
            </a:r>
          </a:p>
          <a:p>
            <a:pPr lvl="1"/>
            <a:r>
              <a:t>Section 2: Data quality remediation. EMP059 contributes to ast emp059 15 through recurring collaboration, clear ownership boundaries, and measurable outcomes. The team captures decisions, open issues, and handoffs so that knowledge remains discoverable for future programs.</a:t>
            </a:r>
          </a:p>
          <a:p>
            <a:pPr lvl="1"/>
            <a:r>
              <a:t>Section 3: Quarterly delivery milestones. EMP059 contributes to ast emp059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15 - EMP059</a:t>
            </a:r>
          </a:p>
        </p:txBody>
      </p:sp>
      <p:sp>
        <p:nvSpPr>
          <p:cNvPr id="3" name="Content Placeholder 2"/>
          <p:cNvSpPr>
            <a:spLocks noGrp="1"/>
          </p:cNvSpPr>
          <p:nvPr>
            <p:ph idx="1"/>
          </p:nvPr>
        </p:nvSpPr>
        <p:spPr/>
        <p:txBody>
          <a:bodyPr/>
          <a:lstStyle/>
          <a:p>
            <a:r>
              <a:t>Slide 2: Executive Summary</a:t>
            </a:r>
          </a:p>
          <a:p>
            <a:pPr lvl="1"/>
            <a:r>
              <a:t>Section 1: Operational risk review. EMP059 contributes to ast emp059 15 through recurring collaboration, clear ownership boundaries, and measurable outcomes. The team captures decisions, open issues, and handoffs so that knowledge remains discoverable for future programs.</a:t>
            </a:r>
          </a:p>
          <a:p>
            <a:pPr lvl="1"/>
            <a:r>
              <a:t>Section 2: Quarterly delivery milestones. EMP059 contributes to ast emp059 15 through recurring collaboration, clear ownership boundaries, and measurable outcomes. The team captures decisions, open issues, and handoffs so that knowledge remains discoverable for future programs.</a:t>
            </a:r>
          </a:p>
          <a:p>
            <a:pPr lvl="1"/>
            <a:r>
              <a:t>Section 3: Fabric semantic model planning. EMP059 contributes to ast emp059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15 - EMP059</a:t>
            </a:r>
          </a:p>
        </p:txBody>
      </p:sp>
      <p:sp>
        <p:nvSpPr>
          <p:cNvPr id="3" name="Content Placeholder 2"/>
          <p:cNvSpPr>
            <a:spLocks noGrp="1"/>
          </p:cNvSpPr>
          <p:nvPr>
            <p:ph idx="1"/>
          </p:nvPr>
        </p:nvSpPr>
        <p:spPr/>
        <p:txBody>
          <a:bodyPr/>
          <a:lstStyle/>
          <a:p>
            <a:r>
              <a:t>Slide 3: Executive Summary</a:t>
            </a:r>
          </a:p>
          <a:p>
            <a:pPr lvl="1"/>
            <a:r>
              <a:t>Section 1: Automation backlog refinement. EMP059 contributes to ast emp059 15 through recurring collaboration, clear ownership boundaries, and measurable outcomes. The team captures decisions, open issues, and handoffs so that knowledge remains discoverable for future programs.</a:t>
            </a:r>
          </a:p>
          <a:p>
            <a:pPr lvl="1"/>
            <a:r>
              <a:t>Section 2: Automation backlog refinement. EMP059 contributes to ast emp059 15 through recurring collaboration, clear ownership boundaries, and measurable outcomes. The team captures decisions, open issues, and handoffs so that knowledge remains discoverable for future programs.</a:t>
            </a:r>
          </a:p>
          <a:p>
            <a:pPr lvl="1"/>
            <a:r>
              <a:t>Section 3: Quarterly delivery milestones. EMP059 contributes to ast emp059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15 - EMP059</a:t>
            </a:r>
          </a:p>
        </p:txBody>
      </p:sp>
      <p:sp>
        <p:nvSpPr>
          <p:cNvPr id="3" name="Content Placeholder 2"/>
          <p:cNvSpPr>
            <a:spLocks noGrp="1"/>
          </p:cNvSpPr>
          <p:nvPr>
            <p:ph idx="1"/>
          </p:nvPr>
        </p:nvSpPr>
        <p:spPr/>
        <p:txBody>
          <a:bodyPr/>
          <a:lstStyle/>
          <a:p>
            <a:r>
              <a:t>Slide 4: Executive Summary</a:t>
            </a:r>
          </a:p>
          <a:p>
            <a:pPr lvl="1"/>
            <a:r>
              <a:t>Section 1: Knowledge transfer and onboarding. EMP059 contributes to ast emp059 15 through recurring collaboration, clear ownership boundaries, and measurable outcomes. The team captures decisions, open issues, and handoffs so that knowledge remains discoverable for future programs.</a:t>
            </a:r>
          </a:p>
          <a:p>
            <a:pPr lvl="1"/>
            <a:r>
              <a:t>Section 2: Data quality remediation. EMP059 contributes to ast emp059 15 through recurring collaboration, clear ownership boundaries, and measurable outcomes. The team captures decisions, open issues, and handoffs so that knowledge remains discoverable for future programs.</a:t>
            </a:r>
          </a:p>
          <a:p>
            <a:pPr lvl="1"/>
            <a:r>
              <a:t>Section 3: Quarterly delivery milestones. EMP059 contributes to ast emp059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15 - EMP059</a:t>
            </a:r>
          </a:p>
        </p:txBody>
      </p:sp>
      <p:sp>
        <p:nvSpPr>
          <p:cNvPr id="3" name="Content Placeholder 2"/>
          <p:cNvSpPr>
            <a:spLocks noGrp="1"/>
          </p:cNvSpPr>
          <p:nvPr>
            <p:ph idx="1"/>
          </p:nvPr>
        </p:nvSpPr>
        <p:spPr/>
        <p:txBody>
          <a:bodyPr/>
          <a:lstStyle/>
          <a:p>
            <a:r>
              <a:t>Slide 5: Executive Summary</a:t>
            </a:r>
          </a:p>
          <a:p>
            <a:pPr lvl="1"/>
            <a:r>
              <a:t>Section 1: Knowledge transfer and onboarding. EMP059 contributes to ast emp059 15 through recurring collaboration, clear ownership boundaries, and measurable outcomes. The team captures decisions, open issues, and handoffs so that knowledge remains discoverable for future programs.</a:t>
            </a:r>
          </a:p>
          <a:p>
            <a:pPr lvl="1"/>
            <a:r>
              <a:t>Section 2: Automation backlog refinement. EMP059 contributes to ast emp059 15 through recurring collaboration, clear ownership boundaries, and measurable outcomes. The team captures decisions, open issues, and handoffs so that knowledge remains discoverable for future programs.</a:t>
            </a:r>
          </a:p>
          <a:p>
            <a:pPr lvl="1"/>
            <a:r>
              <a:t>Section 3: Department KPI performance. EMP059 contributes to ast emp059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