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23 - EMP091</a:t>
            </a:r>
          </a:p>
        </p:txBody>
      </p:sp>
      <p:sp>
        <p:nvSpPr>
          <p:cNvPr id="3" name="Content Placeholder 2"/>
          <p:cNvSpPr>
            <a:spLocks noGrp="1"/>
          </p:cNvSpPr>
          <p:nvPr>
            <p:ph idx="1"/>
          </p:nvPr>
        </p:nvSpPr>
        <p:spPr/>
        <p:txBody>
          <a:bodyPr/>
          <a:lstStyle/>
          <a:p>
            <a:r>
              <a:t>Slide 1: Executive Summary</a:t>
            </a:r>
          </a:p>
          <a:p>
            <a:pPr lvl="1"/>
            <a:r>
              <a:t>Section 1: Department KPI performance. EMP091 contributes to ast emp091 23 through recurring collaboration, clear ownership boundaries, and measurable outcomes. The team captures decisions, open issues, and handoffs so that knowledge remains discoverable for future programs.</a:t>
            </a:r>
          </a:p>
          <a:p>
            <a:pPr lvl="1"/>
            <a:r>
              <a:t>Section 2: Automation backlog refinement. EMP091 contributes to ast emp091 23 through recurring collaboration, clear ownership boundaries, and measurable outcomes. The team captures decisions, open issues, and handoffs so that knowledge remains discoverable for future programs.</a:t>
            </a:r>
          </a:p>
          <a:p>
            <a:pPr lvl="1"/>
            <a:r>
              <a:t>Section 3: Automation backlog refinement. EMP091 contributes to ast emp091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23 - EMP091</a:t>
            </a:r>
          </a:p>
        </p:txBody>
      </p:sp>
      <p:sp>
        <p:nvSpPr>
          <p:cNvPr id="3" name="Content Placeholder 2"/>
          <p:cNvSpPr>
            <a:spLocks noGrp="1"/>
          </p:cNvSpPr>
          <p:nvPr>
            <p:ph idx="1"/>
          </p:nvPr>
        </p:nvSpPr>
        <p:spPr/>
        <p:txBody>
          <a:bodyPr/>
          <a:lstStyle/>
          <a:p>
            <a:r>
              <a:t>Slide 2: Executive Summary</a:t>
            </a:r>
          </a:p>
          <a:p>
            <a:pPr lvl="1"/>
            <a:r>
              <a:t>Section 1: Customer escalation analysis. EMP091 contributes to ast emp091 23 through recurring collaboration, clear ownership boundaries, and measurable outcomes. The team captures decisions, open issues, and handoffs so that knowledge remains discoverable for future programs.</a:t>
            </a:r>
          </a:p>
          <a:p>
            <a:pPr lvl="1"/>
            <a:r>
              <a:t>Section 2: Fabric semantic model planning. EMP091 contributes to ast emp091 23 through recurring collaboration, clear ownership boundaries, and measurable outcomes. The team captures decisions, open issues, and handoffs so that knowledge remains discoverable for future programs.</a:t>
            </a:r>
          </a:p>
          <a:p>
            <a:pPr lvl="1"/>
            <a:r>
              <a:t>Section 3: Quarterly delivery milestones. EMP091 contributes to ast emp091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23 - EMP091</a:t>
            </a:r>
          </a:p>
        </p:txBody>
      </p:sp>
      <p:sp>
        <p:nvSpPr>
          <p:cNvPr id="3" name="Content Placeholder 2"/>
          <p:cNvSpPr>
            <a:spLocks noGrp="1"/>
          </p:cNvSpPr>
          <p:nvPr>
            <p:ph idx="1"/>
          </p:nvPr>
        </p:nvSpPr>
        <p:spPr/>
        <p:txBody>
          <a:bodyPr/>
          <a:lstStyle/>
          <a:p>
            <a:r>
              <a:t>Slide 3: Executive Summary</a:t>
            </a:r>
          </a:p>
          <a:p>
            <a:pPr lvl="1"/>
            <a:r>
              <a:t>Section 1: Quarterly delivery milestones. EMP091 contributes to ast emp091 23 through recurring collaboration, clear ownership boundaries, and measurable outcomes. The team captures decisions, open issues, and handoffs so that knowledge remains discoverable for future programs.</a:t>
            </a:r>
          </a:p>
          <a:p>
            <a:pPr lvl="1"/>
            <a:r>
              <a:t>Section 2: Data quality remediation. EMP091 contributes to ast emp091 23 through recurring collaboration, clear ownership boundaries, and measurable outcomes. The team captures decisions, open issues, and handoffs so that knowledge remains discoverable for future programs.</a:t>
            </a:r>
          </a:p>
          <a:p>
            <a:pPr lvl="1"/>
            <a:r>
              <a:t>Section 3: Knowledge transfer and onboarding. EMP091 contributes to ast emp091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23 - EMP091</a:t>
            </a:r>
          </a:p>
        </p:txBody>
      </p:sp>
      <p:sp>
        <p:nvSpPr>
          <p:cNvPr id="3" name="Content Placeholder 2"/>
          <p:cNvSpPr>
            <a:spLocks noGrp="1"/>
          </p:cNvSpPr>
          <p:nvPr>
            <p:ph idx="1"/>
          </p:nvPr>
        </p:nvSpPr>
        <p:spPr/>
        <p:txBody>
          <a:bodyPr/>
          <a:lstStyle/>
          <a:p>
            <a:r>
              <a:t>Slide 4: Executive Summary</a:t>
            </a:r>
          </a:p>
          <a:p>
            <a:pPr lvl="1"/>
            <a:r>
              <a:t>Section 1: Data quality remediation. EMP091 contributes to ast emp091 23 through recurring collaboration, clear ownership boundaries, and measurable outcomes. The team captures decisions, open issues, and handoffs so that knowledge remains discoverable for future programs.</a:t>
            </a:r>
          </a:p>
          <a:p>
            <a:pPr lvl="1"/>
            <a:r>
              <a:t>Section 2: Operational risk review. EMP091 contributes to ast emp091 23 through recurring collaboration, clear ownership boundaries, and measurable outcomes. The team captures decisions, open issues, and handoffs so that knowledge remains discoverable for future programs.</a:t>
            </a:r>
          </a:p>
          <a:p>
            <a:pPr lvl="1"/>
            <a:r>
              <a:t>Section 3: Department KPI performance. EMP091 contributes to ast emp091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23 - EMP091</a:t>
            </a:r>
          </a:p>
        </p:txBody>
      </p:sp>
      <p:sp>
        <p:nvSpPr>
          <p:cNvPr id="3" name="Content Placeholder 2"/>
          <p:cNvSpPr>
            <a:spLocks noGrp="1"/>
          </p:cNvSpPr>
          <p:nvPr>
            <p:ph idx="1"/>
          </p:nvPr>
        </p:nvSpPr>
        <p:spPr/>
        <p:txBody>
          <a:bodyPr/>
          <a:lstStyle/>
          <a:p>
            <a:r>
              <a:t>Slide 5: Executive Summary</a:t>
            </a:r>
          </a:p>
          <a:p>
            <a:pPr lvl="1"/>
            <a:r>
              <a:t>Section 1: Automation backlog refinement. EMP091 contributes to ast emp091 23 through recurring collaboration, clear ownership boundaries, and measurable outcomes. The team captures decisions, open issues, and handoffs so that knowledge remains discoverable for future programs.</a:t>
            </a:r>
          </a:p>
          <a:p>
            <a:pPr lvl="1"/>
            <a:r>
              <a:t>Section 2: Automation backlog refinement. EMP091 contributes to ast emp091 23 through recurring collaboration, clear ownership boundaries, and measurable outcomes. The team captures decisions, open issues, and handoffs so that knowledge remains discoverable for future programs.</a:t>
            </a:r>
          </a:p>
          <a:p>
            <a:pPr lvl="1"/>
            <a:r>
              <a:t>Section 3: Department KPI performance. EMP091 contributes to ast emp091 23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