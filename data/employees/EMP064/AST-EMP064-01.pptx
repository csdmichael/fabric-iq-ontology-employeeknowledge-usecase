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01 - EMP064</a:t>
            </a:r>
          </a:p>
        </p:txBody>
      </p:sp>
      <p:sp>
        <p:nvSpPr>
          <p:cNvPr id="3" name="Content Placeholder 2"/>
          <p:cNvSpPr>
            <a:spLocks noGrp="1"/>
          </p:cNvSpPr>
          <p:nvPr>
            <p:ph idx="1"/>
          </p:nvPr>
        </p:nvSpPr>
        <p:spPr/>
        <p:txBody>
          <a:bodyPr/>
          <a:lstStyle/>
          <a:p>
            <a:r>
              <a:t>Slide 1: Executive Summary</a:t>
            </a:r>
          </a:p>
          <a:p>
            <a:pPr lvl="1"/>
            <a:r>
              <a:t>Section 1: Fabric semantic model planning. EMP064 contributes to ast emp064 01 through recurring collaboration, clear ownership boundaries, and measurable outcomes. The team captures decisions, open issues, and handoffs so that knowledge remains discoverable for future programs.</a:t>
            </a:r>
          </a:p>
          <a:p>
            <a:pPr lvl="1"/>
            <a:r>
              <a:t>Section 2: Operational risk review. EMP064 contributes to ast emp064 01 through recurring collaboration, clear ownership boundaries, and measurable outcomes. The team captures decisions, open issues, and handoffs so that knowledge remains discoverable for future programs.</a:t>
            </a:r>
          </a:p>
          <a:p>
            <a:pPr lvl="1"/>
            <a:r>
              <a:t>Section 3: Customer escalation analysis. EMP064 contributes to ast emp064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01 - EMP064</a:t>
            </a:r>
          </a:p>
        </p:txBody>
      </p:sp>
      <p:sp>
        <p:nvSpPr>
          <p:cNvPr id="3" name="Content Placeholder 2"/>
          <p:cNvSpPr>
            <a:spLocks noGrp="1"/>
          </p:cNvSpPr>
          <p:nvPr>
            <p:ph idx="1"/>
          </p:nvPr>
        </p:nvSpPr>
        <p:spPr/>
        <p:txBody>
          <a:bodyPr/>
          <a:lstStyle/>
          <a:p>
            <a:r>
              <a:t>Slide 2: Executive Summary</a:t>
            </a:r>
          </a:p>
          <a:p>
            <a:pPr lvl="1"/>
            <a:r>
              <a:t>Section 1: Knowledge transfer and onboarding. EMP064 contributes to ast emp064 01 through recurring collaboration, clear ownership boundaries, and measurable outcomes. The team captures decisions, open issues, and handoffs so that knowledge remains discoverable for future programs.</a:t>
            </a:r>
          </a:p>
          <a:p>
            <a:pPr lvl="1"/>
            <a:r>
              <a:t>Section 2: Quarterly delivery milestones. EMP064 contributes to ast emp064 01 through recurring collaboration, clear ownership boundaries, and measurable outcomes. The team captures decisions, open issues, and handoffs so that knowledge remains discoverable for future programs.</a:t>
            </a:r>
          </a:p>
          <a:p>
            <a:pPr lvl="1"/>
            <a:r>
              <a:t>Section 3: Operational risk review. EMP064 contributes to ast emp064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01 - EMP064</a:t>
            </a:r>
          </a:p>
        </p:txBody>
      </p:sp>
      <p:sp>
        <p:nvSpPr>
          <p:cNvPr id="3" name="Content Placeholder 2"/>
          <p:cNvSpPr>
            <a:spLocks noGrp="1"/>
          </p:cNvSpPr>
          <p:nvPr>
            <p:ph idx="1"/>
          </p:nvPr>
        </p:nvSpPr>
        <p:spPr/>
        <p:txBody>
          <a:bodyPr/>
          <a:lstStyle/>
          <a:p>
            <a:r>
              <a:t>Slide 3: Executive Summary</a:t>
            </a:r>
          </a:p>
          <a:p>
            <a:pPr lvl="1"/>
            <a:r>
              <a:t>Section 1: Customer escalation analysis. EMP064 contributes to ast emp064 01 through recurring collaboration, clear ownership boundaries, and measurable outcomes. The team captures decisions, open issues, and handoffs so that knowledge remains discoverable for future programs.</a:t>
            </a:r>
          </a:p>
          <a:p>
            <a:pPr lvl="1"/>
            <a:r>
              <a:t>Section 2: Customer escalation analysis. EMP064 contributes to ast emp064 01 through recurring collaboration, clear ownership boundaries, and measurable outcomes. The team captures decisions, open issues, and handoffs so that knowledge remains discoverable for future programs.</a:t>
            </a:r>
          </a:p>
          <a:p>
            <a:pPr lvl="1"/>
            <a:r>
              <a:t>Section 3: Automation backlog refinement. EMP064 contributes to ast emp064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01 - EMP064</a:t>
            </a:r>
          </a:p>
        </p:txBody>
      </p:sp>
      <p:sp>
        <p:nvSpPr>
          <p:cNvPr id="3" name="Content Placeholder 2"/>
          <p:cNvSpPr>
            <a:spLocks noGrp="1"/>
          </p:cNvSpPr>
          <p:nvPr>
            <p:ph idx="1"/>
          </p:nvPr>
        </p:nvSpPr>
        <p:spPr/>
        <p:txBody>
          <a:bodyPr/>
          <a:lstStyle/>
          <a:p>
            <a:r>
              <a:t>Slide 4: Executive Summary</a:t>
            </a:r>
          </a:p>
          <a:p>
            <a:pPr lvl="1"/>
            <a:r>
              <a:t>Section 1: Operational risk review. EMP064 contributes to ast emp064 01 through recurring collaboration, clear ownership boundaries, and measurable outcomes. The team captures decisions, open issues, and handoffs so that knowledge remains discoverable for future programs.</a:t>
            </a:r>
          </a:p>
          <a:p>
            <a:pPr lvl="1"/>
            <a:r>
              <a:t>Section 2: Quarterly delivery milestones. EMP064 contributes to ast emp064 01 through recurring collaboration, clear ownership boundaries, and measurable outcomes. The team captures decisions, open issues, and handoffs so that knowledge remains discoverable for future programs.</a:t>
            </a:r>
          </a:p>
          <a:p>
            <a:pPr lvl="1"/>
            <a:r>
              <a:t>Section 3: Customer escalation analysis. EMP064 contributes to ast emp064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01 - EMP064</a:t>
            </a:r>
          </a:p>
        </p:txBody>
      </p:sp>
      <p:sp>
        <p:nvSpPr>
          <p:cNvPr id="3" name="Content Placeholder 2"/>
          <p:cNvSpPr>
            <a:spLocks noGrp="1"/>
          </p:cNvSpPr>
          <p:nvPr>
            <p:ph idx="1"/>
          </p:nvPr>
        </p:nvSpPr>
        <p:spPr/>
        <p:txBody>
          <a:bodyPr/>
          <a:lstStyle/>
          <a:p>
            <a:r>
              <a:t>Slide 5: Executive Summary</a:t>
            </a:r>
          </a:p>
          <a:p>
            <a:pPr lvl="1"/>
            <a:r>
              <a:t>Section 1: Department KPI performance. EMP064 contributes to ast emp064 01 through recurring collaboration, clear ownership boundaries, and measurable outcomes. The team captures decisions, open issues, and handoffs so that knowledge remains discoverable for future programs.</a:t>
            </a:r>
          </a:p>
          <a:p>
            <a:pPr lvl="1"/>
            <a:r>
              <a:t>Section 2: Customer escalation analysis. EMP064 contributes to ast emp064 01 through recurring collaboration, clear ownership boundaries, and measurable outcomes. The team captures decisions, open issues, and handoffs so that knowledge remains discoverable for future programs.</a:t>
            </a:r>
          </a:p>
          <a:p>
            <a:pPr lvl="1"/>
            <a:r>
              <a:t>Section 3: Automation backlog refinement. EMP064 contributes to ast emp064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