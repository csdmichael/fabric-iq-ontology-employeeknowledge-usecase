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Emp045 01 - EMP045</a:t>
            </a:r>
          </a:p>
        </p:txBody>
      </p:sp>
      <p:sp>
        <p:nvSpPr>
          <p:cNvPr id="3" name="Content Placeholder 2"/>
          <p:cNvSpPr>
            <a:spLocks noGrp="1"/>
          </p:cNvSpPr>
          <p:nvPr>
            <p:ph idx="1"/>
          </p:nvPr>
        </p:nvSpPr>
        <p:spPr/>
        <p:txBody>
          <a:bodyPr/>
          <a:lstStyle/>
          <a:p>
            <a:r>
              <a:t>Slide 1: Executive Summary</a:t>
            </a:r>
          </a:p>
          <a:p>
            <a:pPr lvl="1"/>
            <a:r>
              <a:t>Section 1: Customer escalation analysis. EMP045 contributes to ast emp045 01 through recurring collaboration, clear ownership boundaries, and measurable outcomes. The team captures decisions, open issues, and handoffs so that knowledge remains discoverable for future programs.</a:t>
            </a:r>
          </a:p>
          <a:p>
            <a:pPr lvl="1"/>
            <a:r>
              <a:t>Section 2: Operational risk review. EMP045 contributes to ast emp045 01 through recurring collaboration, clear ownership boundaries, and measurable outcomes. The team captures decisions, open issues, and handoffs so that knowledge remains discoverable for future programs.</a:t>
            </a:r>
          </a:p>
          <a:p>
            <a:pPr lvl="1"/>
            <a:r>
              <a:t>Section 3: Knowledge transfer and onboarding. EMP045 contributes to ast emp045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Emp045 01 - EMP045</a:t>
            </a:r>
          </a:p>
        </p:txBody>
      </p:sp>
      <p:sp>
        <p:nvSpPr>
          <p:cNvPr id="3" name="Content Placeholder 2"/>
          <p:cNvSpPr>
            <a:spLocks noGrp="1"/>
          </p:cNvSpPr>
          <p:nvPr>
            <p:ph idx="1"/>
          </p:nvPr>
        </p:nvSpPr>
        <p:spPr/>
        <p:txBody>
          <a:bodyPr/>
          <a:lstStyle/>
          <a:p>
            <a:r>
              <a:t>Slide 2: Executive Summary</a:t>
            </a:r>
          </a:p>
          <a:p>
            <a:pPr lvl="1"/>
            <a:r>
              <a:t>Section 1: Customer escalation analysis. EMP045 contributes to ast emp045 01 through recurring collaboration, clear ownership boundaries, and measurable outcomes. The team captures decisions, open issues, and handoffs so that knowledge remains discoverable for future programs.</a:t>
            </a:r>
          </a:p>
          <a:p>
            <a:pPr lvl="1"/>
            <a:r>
              <a:t>Section 2: Knowledge transfer and onboarding. EMP045 contributes to ast emp045 01 through recurring collaboration, clear ownership boundaries, and measurable outcomes. The team captures decisions, open issues, and handoffs so that knowledge remains discoverable for future programs.</a:t>
            </a:r>
          </a:p>
          <a:p>
            <a:pPr lvl="1"/>
            <a:r>
              <a:t>Section 3: Knowledge transfer and onboarding. EMP045 contributes to ast emp045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Emp045 01 - EMP045</a:t>
            </a:r>
          </a:p>
        </p:txBody>
      </p:sp>
      <p:sp>
        <p:nvSpPr>
          <p:cNvPr id="3" name="Content Placeholder 2"/>
          <p:cNvSpPr>
            <a:spLocks noGrp="1"/>
          </p:cNvSpPr>
          <p:nvPr>
            <p:ph idx="1"/>
          </p:nvPr>
        </p:nvSpPr>
        <p:spPr/>
        <p:txBody>
          <a:bodyPr/>
          <a:lstStyle/>
          <a:p>
            <a:r>
              <a:t>Slide 3: Executive Summary</a:t>
            </a:r>
          </a:p>
          <a:p>
            <a:pPr lvl="1"/>
            <a:r>
              <a:t>Section 1: Customer escalation analysis. EMP045 contributes to ast emp045 01 through recurring collaboration, clear ownership boundaries, and measurable outcomes. The team captures decisions, open issues, and handoffs so that knowledge remains discoverable for future programs.</a:t>
            </a:r>
          </a:p>
          <a:p>
            <a:pPr lvl="1"/>
            <a:r>
              <a:t>Section 2: Department KPI performance. EMP045 contributes to ast emp045 01 through recurring collaboration, clear ownership boundaries, and measurable outcomes. The team captures decisions, open issues, and handoffs so that knowledge remains discoverable for future programs.</a:t>
            </a:r>
          </a:p>
          <a:p>
            <a:pPr lvl="1"/>
            <a:r>
              <a:t>Section 3: Operational risk review. EMP045 contributes to ast emp045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Emp045 01 - EMP045</a:t>
            </a:r>
          </a:p>
        </p:txBody>
      </p:sp>
      <p:sp>
        <p:nvSpPr>
          <p:cNvPr id="3" name="Content Placeholder 2"/>
          <p:cNvSpPr>
            <a:spLocks noGrp="1"/>
          </p:cNvSpPr>
          <p:nvPr>
            <p:ph idx="1"/>
          </p:nvPr>
        </p:nvSpPr>
        <p:spPr/>
        <p:txBody>
          <a:bodyPr/>
          <a:lstStyle/>
          <a:p>
            <a:r>
              <a:t>Slide 4: Executive Summary</a:t>
            </a:r>
          </a:p>
          <a:p>
            <a:pPr lvl="1"/>
            <a:r>
              <a:t>Section 1: Fabric semantic model planning. EMP045 contributes to ast emp045 01 through recurring collaboration, clear ownership boundaries, and measurable outcomes. The team captures decisions, open issues, and handoffs so that knowledge remains discoverable for future programs.</a:t>
            </a:r>
          </a:p>
          <a:p>
            <a:pPr lvl="1"/>
            <a:r>
              <a:t>Section 2: Data quality remediation. EMP045 contributes to ast emp045 01 through recurring collaboration, clear ownership boundaries, and measurable outcomes. The team captures decisions, open issues, and handoffs so that knowledge remains discoverable for future programs.</a:t>
            </a:r>
          </a:p>
          <a:p>
            <a:pPr lvl="1"/>
            <a:r>
              <a:t>Section 3: Quarterly delivery milestones. EMP045 contributes to ast emp045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Ast Emp045 01 - EMP045</a:t>
            </a:r>
          </a:p>
        </p:txBody>
      </p:sp>
      <p:sp>
        <p:nvSpPr>
          <p:cNvPr id="3" name="Content Placeholder 2"/>
          <p:cNvSpPr>
            <a:spLocks noGrp="1"/>
          </p:cNvSpPr>
          <p:nvPr>
            <p:ph idx="1"/>
          </p:nvPr>
        </p:nvSpPr>
        <p:spPr/>
        <p:txBody>
          <a:bodyPr/>
          <a:lstStyle/>
          <a:p>
            <a:r>
              <a:t>Slide 5: Executive Summary</a:t>
            </a:r>
          </a:p>
          <a:p>
            <a:pPr lvl="1"/>
            <a:r>
              <a:t>Section 1: Quarterly delivery milestones. EMP045 contributes to ast emp045 01 through recurring collaboration, clear ownership boundaries, and measurable outcomes. The team captures decisions, open issues, and handoffs so that knowledge remains discoverable for future programs.</a:t>
            </a:r>
          </a:p>
          <a:p>
            <a:pPr lvl="1"/>
            <a:r>
              <a:t>Section 2: Quarterly delivery milestones. EMP045 contributes to ast emp045 01 through recurring collaboration, clear ownership boundaries, and measurable outcomes. The team captures decisions, open issues, and handoffs so that knowledge remains discoverable for future programs.</a:t>
            </a:r>
          </a:p>
          <a:p>
            <a:pPr lvl="1"/>
            <a:r>
              <a:t>Section 3: Knowledge transfer and onboarding. EMP045 contributes to ast emp045 01 through recurring collaboration, clear ownership boundaries, and measurable outcomes. The team captures decisions, open issues, and handoffs so that knowledge remains discoverable for future programs.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