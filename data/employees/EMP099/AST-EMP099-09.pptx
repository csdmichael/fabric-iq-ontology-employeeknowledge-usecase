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Emp099 09 - EMP099</a:t>
            </a:r>
          </a:p>
        </p:txBody>
      </p:sp>
      <p:sp>
        <p:nvSpPr>
          <p:cNvPr id="3" name="Content Placeholder 2"/>
          <p:cNvSpPr>
            <a:spLocks noGrp="1"/>
          </p:cNvSpPr>
          <p:nvPr>
            <p:ph idx="1"/>
          </p:nvPr>
        </p:nvSpPr>
        <p:spPr/>
        <p:txBody>
          <a:bodyPr/>
          <a:lstStyle/>
          <a:p>
            <a:r>
              <a:t>Slide 1: Executive Summary</a:t>
            </a:r>
          </a:p>
          <a:p>
            <a:pPr lvl="1"/>
            <a:r>
              <a:t>Section 1: Department KPI performance. EMP099 contributes to ast emp099 09 through recurring collaboration, clear ownership boundaries, and measurable outcomes. The team captures decisions, open issues, and handoffs so that knowledge remains discoverable for future programs.</a:t>
            </a:r>
          </a:p>
          <a:p>
            <a:pPr lvl="1"/>
            <a:r>
              <a:t>Section 2: Automation backlog refinement. EMP099 contributes to ast emp099 09 through recurring collaboration, clear ownership boundaries, and measurable outcomes. The team captures decisions, open issues, and handoffs so that knowledge remains discoverable for future programs.</a:t>
            </a:r>
          </a:p>
          <a:p>
            <a:pPr lvl="1"/>
            <a:r>
              <a:t>Section 3: Fabric semantic model planning. EMP099 contributes to ast emp099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Emp099 09 - EMP099</a:t>
            </a:r>
          </a:p>
        </p:txBody>
      </p:sp>
      <p:sp>
        <p:nvSpPr>
          <p:cNvPr id="3" name="Content Placeholder 2"/>
          <p:cNvSpPr>
            <a:spLocks noGrp="1"/>
          </p:cNvSpPr>
          <p:nvPr>
            <p:ph idx="1"/>
          </p:nvPr>
        </p:nvSpPr>
        <p:spPr/>
        <p:txBody>
          <a:bodyPr/>
          <a:lstStyle/>
          <a:p>
            <a:r>
              <a:t>Slide 2: Executive Summary</a:t>
            </a:r>
          </a:p>
          <a:p>
            <a:pPr lvl="1"/>
            <a:r>
              <a:t>Section 1: Knowledge transfer and onboarding. EMP099 contributes to ast emp099 09 through recurring collaboration, clear ownership boundaries, and measurable outcomes. The team captures decisions, open issues, and handoffs so that knowledge remains discoverable for future programs.</a:t>
            </a:r>
          </a:p>
          <a:p>
            <a:pPr lvl="1"/>
            <a:r>
              <a:t>Section 2: Fabric semantic model planning. EMP099 contributes to ast emp099 09 through recurring collaboration, clear ownership boundaries, and measurable outcomes. The team captures decisions, open issues, and handoffs so that knowledge remains discoverable for future programs.</a:t>
            </a:r>
          </a:p>
          <a:p>
            <a:pPr lvl="1"/>
            <a:r>
              <a:t>Section 3: Department KPI performance. EMP099 contributes to ast emp099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Emp099 09 - EMP099</a:t>
            </a:r>
          </a:p>
        </p:txBody>
      </p:sp>
      <p:sp>
        <p:nvSpPr>
          <p:cNvPr id="3" name="Content Placeholder 2"/>
          <p:cNvSpPr>
            <a:spLocks noGrp="1"/>
          </p:cNvSpPr>
          <p:nvPr>
            <p:ph idx="1"/>
          </p:nvPr>
        </p:nvSpPr>
        <p:spPr/>
        <p:txBody>
          <a:bodyPr/>
          <a:lstStyle/>
          <a:p>
            <a:r>
              <a:t>Slide 3: Executive Summary</a:t>
            </a:r>
          </a:p>
          <a:p>
            <a:pPr lvl="1"/>
            <a:r>
              <a:t>Section 1: Fabric semantic model planning. EMP099 contributes to ast emp099 09 through recurring collaboration, clear ownership boundaries, and measurable outcomes. The team captures decisions, open issues, and handoffs so that knowledge remains discoverable for future programs.</a:t>
            </a:r>
          </a:p>
          <a:p>
            <a:pPr lvl="1"/>
            <a:r>
              <a:t>Section 2: Data quality remediation. EMP099 contributes to ast emp099 09 through recurring collaboration, clear ownership boundaries, and measurable outcomes. The team captures decisions, open issues, and handoffs so that knowledge remains discoverable for future programs.</a:t>
            </a:r>
          </a:p>
          <a:p>
            <a:pPr lvl="1"/>
            <a:r>
              <a:t>Section 3: Operational risk review. EMP099 contributes to ast emp099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Emp099 09 - EMP099</a:t>
            </a:r>
          </a:p>
        </p:txBody>
      </p:sp>
      <p:sp>
        <p:nvSpPr>
          <p:cNvPr id="3" name="Content Placeholder 2"/>
          <p:cNvSpPr>
            <a:spLocks noGrp="1"/>
          </p:cNvSpPr>
          <p:nvPr>
            <p:ph idx="1"/>
          </p:nvPr>
        </p:nvSpPr>
        <p:spPr/>
        <p:txBody>
          <a:bodyPr/>
          <a:lstStyle/>
          <a:p>
            <a:r>
              <a:t>Slide 4: Executive Summary</a:t>
            </a:r>
          </a:p>
          <a:p>
            <a:pPr lvl="1"/>
            <a:r>
              <a:t>Section 1: Operational risk review. EMP099 contributes to ast emp099 09 through recurring collaboration, clear ownership boundaries, and measurable outcomes. The team captures decisions, open issues, and handoffs so that knowledge remains discoverable for future programs.</a:t>
            </a:r>
          </a:p>
          <a:p>
            <a:pPr lvl="1"/>
            <a:r>
              <a:t>Section 2: Knowledge transfer and onboarding. EMP099 contributes to ast emp099 09 through recurring collaboration, clear ownership boundaries, and measurable outcomes. The team captures decisions, open issues, and handoffs so that knowledge remains discoverable for future programs.</a:t>
            </a:r>
          </a:p>
          <a:p>
            <a:pPr lvl="1"/>
            <a:r>
              <a:t>Section 3: Department KPI performance. EMP099 contributes to ast emp099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Emp099 09 - EMP099</a:t>
            </a:r>
          </a:p>
        </p:txBody>
      </p:sp>
      <p:sp>
        <p:nvSpPr>
          <p:cNvPr id="3" name="Content Placeholder 2"/>
          <p:cNvSpPr>
            <a:spLocks noGrp="1"/>
          </p:cNvSpPr>
          <p:nvPr>
            <p:ph idx="1"/>
          </p:nvPr>
        </p:nvSpPr>
        <p:spPr/>
        <p:txBody>
          <a:bodyPr/>
          <a:lstStyle/>
          <a:p>
            <a:r>
              <a:t>Slide 5: Executive Summary</a:t>
            </a:r>
          </a:p>
          <a:p>
            <a:pPr lvl="1"/>
            <a:r>
              <a:t>Section 1: Data quality remediation. EMP099 contributes to ast emp099 09 through recurring collaboration, clear ownership boundaries, and measurable outcomes. The team captures decisions, open issues, and handoffs so that knowledge remains discoverable for future programs.</a:t>
            </a:r>
          </a:p>
          <a:p>
            <a:pPr lvl="1"/>
            <a:r>
              <a:t>Section 2: Quarterly delivery milestones. EMP099 contributes to ast emp099 09 through recurring collaboration, clear ownership boundaries, and measurable outcomes. The team captures decisions, open issues, and handoffs so that knowledge remains discoverable for future programs.</a:t>
            </a:r>
          </a:p>
          <a:p>
            <a:pPr lvl="1"/>
            <a:r>
              <a:t>Section 3: Department KPI performance. EMP099 contributes to ast emp099 09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