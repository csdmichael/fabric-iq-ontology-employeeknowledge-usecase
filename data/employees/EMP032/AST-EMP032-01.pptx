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update deck - EMP032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Jordan Nguyen | Engineer | Engineering</a:t>
            </a:r>
          </a:p>
          <a:p>
            <a:r>
              <a:t>Prepared: 2025-02-03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Sprint Velocity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Sprint Velocity Trends for Engineering department.</a:t>
            </a:r>
          </a:p>
          <a:p>
            <a:r>
              <a:t>Responsible: Jordan Nguyen (Engineer)</a:t>
            </a:r>
          </a:p>
          <a:p>
            <a:r>
              <a:t>Location: Fremont | Skills: Kusto, MLOps, Fabric, TypeScript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Debt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Technical Debt Dashboard for Engineering department.</a:t>
            </a:r>
          </a:p>
          <a:p>
            <a:r>
              <a:t>Responsible: Jordan Nguyen (Engineer)</a:t>
            </a:r>
          </a:p>
          <a:p>
            <a:r>
              <a:t>Location: Fremont | Skills: Kusto, MLOps, Fabric, TypeScript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Review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Architecture Review Outcomes for Engineering department.</a:t>
            </a:r>
          </a:p>
          <a:p>
            <a:r>
              <a:t>Responsible: Jordan Nguyen (Engineer)</a:t>
            </a:r>
          </a:p>
          <a:p>
            <a:r>
              <a:t>Location: Fremont | Skills: Kusto, MLOps, Fabric, TypeScript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