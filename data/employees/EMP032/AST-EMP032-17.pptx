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17 - EMP032</a:t>
            </a:r>
          </a:p>
        </p:txBody>
      </p:sp>
      <p:sp>
        <p:nvSpPr>
          <p:cNvPr id="3" name="Content Placeholder 2"/>
          <p:cNvSpPr>
            <a:spLocks noGrp="1"/>
          </p:cNvSpPr>
          <p:nvPr>
            <p:ph idx="1"/>
          </p:nvPr>
        </p:nvSpPr>
        <p:spPr/>
        <p:txBody>
          <a:bodyPr/>
          <a:lstStyle/>
          <a:p>
            <a:r>
              <a:t>Slide 1: Executive Summary</a:t>
            </a:r>
          </a:p>
          <a:p>
            <a:pPr lvl="1"/>
            <a:r>
              <a:t>Section 1: Quarterly delivery milestones. EMP032 contributes to ast emp032 17 through recurring collaboration, clear ownership boundaries, and measurable outcomes. The team captures decisions, open issues, and handoffs so that knowledge remains discoverable for future programs.</a:t>
            </a:r>
          </a:p>
          <a:p>
            <a:pPr lvl="1"/>
            <a:r>
              <a:t>Section 2: Fabric semantic model planning. EMP032 contributes to ast emp032 17 through recurring collaboration, clear ownership boundaries, and measurable outcomes. The team captures decisions, open issues, and handoffs so that knowledge remains discoverable for future programs.</a:t>
            </a:r>
          </a:p>
          <a:p>
            <a:pPr lvl="1"/>
            <a:r>
              <a:t>Section 3: Knowledge transfer and onboarding. EMP032 contributes to ast emp032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17 - EMP032</a:t>
            </a:r>
          </a:p>
        </p:txBody>
      </p:sp>
      <p:sp>
        <p:nvSpPr>
          <p:cNvPr id="3" name="Content Placeholder 2"/>
          <p:cNvSpPr>
            <a:spLocks noGrp="1"/>
          </p:cNvSpPr>
          <p:nvPr>
            <p:ph idx="1"/>
          </p:nvPr>
        </p:nvSpPr>
        <p:spPr/>
        <p:txBody>
          <a:bodyPr/>
          <a:lstStyle/>
          <a:p>
            <a:r>
              <a:t>Slide 2: Executive Summary</a:t>
            </a:r>
          </a:p>
          <a:p>
            <a:pPr lvl="1"/>
            <a:r>
              <a:t>Section 1: Customer escalation analysis. EMP032 contributes to ast emp032 17 through recurring collaboration, clear ownership boundaries, and measurable outcomes. The team captures decisions, open issues, and handoffs so that knowledge remains discoverable for future programs.</a:t>
            </a:r>
          </a:p>
          <a:p>
            <a:pPr lvl="1"/>
            <a:r>
              <a:t>Section 2: Data quality remediation. EMP032 contributes to ast emp032 17 through recurring collaboration, clear ownership boundaries, and measurable outcomes. The team captures decisions, open issues, and handoffs so that knowledge remains discoverable for future programs.</a:t>
            </a:r>
          </a:p>
          <a:p>
            <a:pPr lvl="1"/>
            <a:r>
              <a:t>Section 3: Data quality remediation. EMP032 contributes to ast emp032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17 - EMP032</a:t>
            </a:r>
          </a:p>
        </p:txBody>
      </p:sp>
      <p:sp>
        <p:nvSpPr>
          <p:cNvPr id="3" name="Content Placeholder 2"/>
          <p:cNvSpPr>
            <a:spLocks noGrp="1"/>
          </p:cNvSpPr>
          <p:nvPr>
            <p:ph idx="1"/>
          </p:nvPr>
        </p:nvSpPr>
        <p:spPr/>
        <p:txBody>
          <a:bodyPr/>
          <a:lstStyle/>
          <a:p>
            <a:r>
              <a:t>Slide 3: Executive Summary</a:t>
            </a:r>
          </a:p>
          <a:p>
            <a:pPr lvl="1"/>
            <a:r>
              <a:t>Section 1: Department KPI performance. EMP032 contributes to ast emp032 17 through recurring collaboration, clear ownership boundaries, and measurable outcomes. The team captures decisions, open issues, and handoffs so that knowledge remains discoverable for future programs.</a:t>
            </a:r>
          </a:p>
          <a:p>
            <a:pPr lvl="1"/>
            <a:r>
              <a:t>Section 2: Department KPI performance. EMP032 contributes to ast emp032 17 through recurring collaboration, clear ownership boundaries, and measurable outcomes. The team captures decisions, open issues, and handoffs so that knowledge remains discoverable for future programs.</a:t>
            </a:r>
          </a:p>
          <a:p>
            <a:pPr lvl="1"/>
            <a:r>
              <a:t>Section 3: Data quality remediation. EMP032 contributes to ast emp032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17 - EMP032</a:t>
            </a:r>
          </a:p>
        </p:txBody>
      </p:sp>
      <p:sp>
        <p:nvSpPr>
          <p:cNvPr id="3" name="Content Placeholder 2"/>
          <p:cNvSpPr>
            <a:spLocks noGrp="1"/>
          </p:cNvSpPr>
          <p:nvPr>
            <p:ph idx="1"/>
          </p:nvPr>
        </p:nvSpPr>
        <p:spPr/>
        <p:txBody>
          <a:bodyPr/>
          <a:lstStyle/>
          <a:p>
            <a:r>
              <a:t>Slide 4: Executive Summary</a:t>
            </a:r>
          </a:p>
          <a:p>
            <a:pPr lvl="1"/>
            <a:r>
              <a:t>Section 1: Customer escalation analysis. EMP032 contributes to ast emp032 17 through recurring collaboration, clear ownership boundaries, and measurable outcomes. The team captures decisions, open issues, and handoffs so that knowledge remains discoverable for future programs.</a:t>
            </a:r>
          </a:p>
          <a:p>
            <a:pPr lvl="1"/>
            <a:r>
              <a:t>Section 2: Automation backlog refinement. EMP032 contributes to ast emp032 17 through recurring collaboration, clear ownership boundaries, and measurable outcomes. The team captures decisions, open issues, and handoffs so that knowledge remains discoverable for future programs.</a:t>
            </a:r>
          </a:p>
          <a:p>
            <a:pPr lvl="1"/>
            <a:r>
              <a:t>Section 3: Data quality remediation. EMP032 contributes to ast emp032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Emp032 17 - EMP032</a:t>
            </a:r>
          </a:p>
        </p:txBody>
      </p:sp>
      <p:sp>
        <p:nvSpPr>
          <p:cNvPr id="3" name="Content Placeholder 2"/>
          <p:cNvSpPr>
            <a:spLocks noGrp="1"/>
          </p:cNvSpPr>
          <p:nvPr>
            <p:ph idx="1"/>
          </p:nvPr>
        </p:nvSpPr>
        <p:spPr/>
        <p:txBody>
          <a:bodyPr/>
          <a:lstStyle/>
          <a:p>
            <a:r>
              <a:t>Slide 5: Executive Summary</a:t>
            </a:r>
          </a:p>
          <a:p>
            <a:pPr lvl="1"/>
            <a:r>
              <a:t>Section 1: Fabric semantic model planning. EMP032 contributes to ast emp032 17 through recurring collaboration, clear ownership boundaries, and measurable outcomes. The team captures decisions, open issues, and handoffs so that knowledge remains discoverable for future programs.</a:t>
            </a:r>
          </a:p>
          <a:p>
            <a:pPr lvl="1"/>
            <a:r>
              <a:t>Section 2: Customer escalation analysis. EMP032 contributes to ast emp032 17 through recurring collaboration, clear ownership boundaries, and measurable outcomes. The team captures decisions, open issues, and handoffs so that knowledge remains discoverable for future programs.</a:t>
            </a:r>
          </a:p>
          <a:p>
            <a:pPr lvl="1"/>
            <a:r>
              <a:t>Section 3: Operational risk review. EMP032 contributes to ast emp032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