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11 - EMP032</a:t>
            </a:r>
          </a:p>
        </p:txBody>
      </p:sp>
      <p:sp>
        <p:nvSpPr>
          <p:cNvPr id="3" name="Content Placeholder 2"/>
          <p:cNvSpPr>
            <a:spLocks noGrp="1"/>
          </p:cNvSpPr>
          <p:nvPr>
            <p:ph idx="1"/>
          </p:nvPr>
        </p:nvSpPr>
        <p:spPr/>
        <p:txBody>
          <a:bodyPr/>
          <a:lstStyle/>
          <a:p>
            <a:r>
              <a:t>Slide 1: Executive Summary</a:t>
            </a:r>
          </a:p>
          <a:p>
            <a:pPr lvl="1"/>
            <a:r>
              <a:t>Section 1: Knowledge transfer and onboarding. EMP032 contributes to ast emp032 11 through recurring collaboration, clear ownership boundaries, and measurable outcomes. The team captures decisions, open issues, and handoffs so that knowledge remains discoverable for future programs.</a:t>
            </a:r>
          </a:p>
          <a:p>
            <a:pPr lvl="1"/>
            <a:r>
              <a:t>Section 2: Fabric semantic model planning. EMP032 contributes to ast emp032 11 through recurring collaboration, clear ownership boundaries, and measurable outcomes. The team captures decisions, open issues, and handoffs so that knowledge remains discoverable for future programs.</a:t>
            </a:r>
          </a:p>
          <a:p>
            <a:pPr lvl="1"/>
            <a:r>
              <a:t>Section 3: Operational risk review. EMP032 contributes to ast emp032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11 - EMP032</a:t>
            </a:r>
          </a:p>
        </p:txBody>
      </p:sp>
      <p:sp>
        <p:nvSpPr>
          <p:cNvPr id="3" name="Content Placeholder 2"/>
          <p:cNvSpPr>
            <a:spLocks noGrp="1"/>
          </p:cNvSpPr>
          <p:nvPr>
            <p:ph idx="1"/>
          </p:nvPr>
        </p:nvSpPr>
        <p:spPr/>
        <p:txBody>
          <a:bodyPr/>
          <a:lstStyle/>
          <a:p>
            <a:r>
              <a:t>Slide 2: Executive Summary</a:t>
            </a:r>
          </a:p>
          <a:p>
            <a:pPr lvl="1"/>
            <a:r>
              <a:t>Section 1: Knowledge transfer and onboarding. EMP032 contributes to ast emp032 11 through recurring collaboration, clear ownership boundaries, and measurable outcomes. The team captures decisions, open issues, and handoffs so that knowledge remains discoverable for future programs.</a:t>
            </a:r>
          </a:p>
          <a:p>
            <a:pPr lvl="1"/>
            <a:r>
              <a:t>Section 2: Knowledge transfer and onboarding. EMP032 contributes to ast emp032 11 through recurring collaboration, clear ownership boundaries, and measurable outcomes. The team captures decisions, open issues, and handoffs so that knowledge remains discoverable for future programs.</a:t>
            </a:r>
          </a:p>
          <a:p>
            <a:pPr lvl="1"/>
            <a:r>
              <a:t>Section 3: Quarterly delivery milestones. EMP032 contributes to ast emp032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11 - EMP032</a:t>
            </a:r>
          </a:p>
        </p:txBody>
      </p:sp>
      <p:sp>
        <p:nvSpPr>
          <p:cNvPr id="3" name="Content Placeholder 2"/>
          <p:cNvSpPr>
            <a:spLocks noGrp="1"/>
          </p:cNvSpPr>
          <p:nvPr>
            <p:ph idx="1"/>
          </p:nvPr>
        </p:nvSpPr>
        <p:spPr/>
        <p:txBody>
          <a:bodyPr/>
          <a:lstStyle/>
          <a:p>
            <a:r>
              <a:t>Slide 3: Executive Summary</a:t>
            </a:r>
          </a:p>
          <a:p>
            <a:pPr lvl="1"/>
            <a:r>
              <a:t>Section 1: Operational risk review. EMP032 contributes to ast emp032 11 through recurring collaboration, clear ownership boundaries, and measurable outcomes. The team captures decisions, open issues, and handoffs so that knowledge remains discoverable for future programs.</a:t>
            </a:r>
          </a:p>
          <a:p>
            <a:pPr lvl="1"/>
            <a:r>
              <a:t>Section 2: Fabric semantic model planning. EMP032 contributes to ast emp032 11 through recurring collaboration, clear ownership boundaries, and measurable outcomes. The team captures decisions, open issues, and handoffs so that knowledge remains discoverable for future programs.</a:t>
            </a:r>
          </a:p>
          <a:p>
            <a:pPr lvl="1"/>
            <a:r>
              <a:t>Section 3: Data quality remediation. EMP032 contributes to ast emp032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11 - EMP032</a:t>
            </a:r>
          </a:p>
        </p:txBody>
      </p:sp>
      <p:sp>
        <p:nvSpPr>
          <p:cNvPr id="3" name="Content Placeholder 2"/>
          <p:cNvSpPr>
            <a:spLocks noGrp="1"/>
          </p:cNvSpPr>
          <p:nvPr>
            <p:ph idx="1"/>
          </p:nvPr>
        </p:nvSpPr>
        <p:spPr/>
        <p:txBody>
          <a:bodyPr/>
          <a:lstStyle/>
          <a:p>
            <a:r>
              <a:t>Slide 4: Executive Summary</a:t>
            </a:r>
          </a:p>
          <a:p>
            <a:pPr lvl="1"/>
            <a:r>
              <a:t>Section 1: Knowledge transfer and onboarding. EMP032 contributes to ast emp032 11 through recurring collaboration, clear ownership boundaries, and measurable outcomes. The team captures decisions, open issues, and handoffs so that knowledge remains discoverable for future programs.</a:t>
            </a:r>
          </a:p>
          <a:p>
            <a:pPr lvl="1"/>
            <a:r>
              <a:t>Section 2: Automation backlog refinement. EMP032 contributes to ast emp032 11 through recurring collaboration, clear ownership boundaries, and measurable outcomes. The team captures decisions, open issues, and handoffs so that knowledge remains discoverable for future programs.</a:t>
            </a:r>
          </a:p>
          <a:p>
            <a:pPr lvl="1"/>
            <a:r>
              <a:t>Section 3: Automation backlog refinement. EMP032 contributes to ast emp032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11 - EMP032</a:t>
            </a:r>
          </a:p>
        </p:txBody>
      </p:sp>
      <p:sp>
        <p:nvSpPr>
          <p:cNvPr id="3" name="Content Placeholder 2"/>
          <p:cNvSpPr>
            <a:spLocks noGrp="1"/>
          </p:cNvSpPr>
          <p:nvPr>
            <p:ph idx="1"/>
          </p:nvPr>
        </p:nvSpPr>
        <p:spPr/>
        <p:txBody>
          <a:bodyPr/>
          <a:lstStyle/>
          <a:p>
            <a:r>
              <a:t>Slide 5: Executive Summary</a:t>
            </a:r>
          </a:p>
          <a:p>
            <a:pPr lvl="1"/>
            <a:r>
              <a:t>Section 1: Customer escalation analysis. EMP032 contributes to ast emp032 11 through recurring collaboration, clear ownership boundaries, and measurable outcomes. The team captures decisions, open issues, and handoffs so that knowledge remains discoverable for future programs.</a:t>
            </a:r>
          </a:p>
          <a:p>
            <a:pPr lvl="1"/>
            <a:r>
              <a:t>Section 2: Fabric semantic model planning. EMP032 contributes to ast emp032 11 through recurring collaboration, clear ownership boundaries, and measurable outcomes. The team captures decisions, open issues, and handoffs so that knowledge remains discoverable for future programs.</a:t>
            </a:r>
          </a:p>
          <a:p>
            <a:pPr lvl="1"/>
            <a:r>
              <a:t>Section 3: Quarterly delivery milestones. EMP032 contributes to ast emp032 11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