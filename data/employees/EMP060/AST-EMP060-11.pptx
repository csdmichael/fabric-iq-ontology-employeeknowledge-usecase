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Emp060 11 - EMP060</a:t>
            </a:r>
          </a:p>
        </p:txBody>
      </p:sp>
      <p:sp>
        <p:nvSpPr>
          <p:cNvPr id="3" name="Content Placeholder 2"/>
          <p:cNvSpPr>
            <a:spLocks noGrp="1"/>
          </p:cNvSpPr>
          <p:nvPr>
            <p:ph idx="1"/>
          </p:nvPr>
        </p:nvSpPr>
        <p:spPr/>
        <p:txBody>
          <a:bodyPr/>
          <a:lstStyle/>
          <a:p>
            <a:r>
              <a:t>Slide 1: Executive Summary</a:t>
            </a:r>
          </a:p>
          <a:p>
            <a:pPr lvl="1"/>
            <a:r>
              <a:t>Section 1: Fabric semantic model planning. EMP060 contributes to ast emp060 11 through recurring collaboration, clear ownership boundaries, and measurable outcomes. The team captures decisions, open issues, and handoffs so that knowledge remains discoverable for future programs.</a:t>
            </a:r>
          </a:p>
          <a:p>
            <a:pPr lvl="1"/>
            <a:r>
              <a:t>Section 2: Fabric semantic model planning. EMP060 contributes to ast emp060 11 through recurring collaboration, clear ownership boundaries, and measurable outcomes. The team captures decisions, open issues, and handoffs so that knowledge remains discoverable for future programs.</a:t>
            </a:r>
          </a:p>
          <a:p>
            <a:pPr lvl="1"/>
            <a:r>
              <a:t>Section 3: Operational risk review. EMP060 contributes to ast emp060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Emp060 11 - EMP060</a:t>
            </a:r>
          </a:p>
        </p:txBody>
      </p:sp>
      <p:sp>
        <p:nvSpPr>
          <p:cNvPr id="3" name="Content Placeholder 2"/>
          <p:cNvSpPr>
            <a:spLocks noGrp="1"/>
          </p:cNvSpPr>
          <p:nvPr>
            <p:ph idx="1"/>
          </p:nvPr>
        </p:nvSpPr>
        <p:spPr/>
        <p:txBody>
          <a:bodyPr/>
          <a:lstStyle/>
          <a:p>
            <a:r>
              <a:t>Slide 2: Executive Summary</a:t>
            </a:r>
          </a:p>
          <a:p>
            <a:pPr lvl="1"/>
            <a:r>
              <a:t>Section 1: Operational risk review. EMP060 contributes to ast emp060 11 through recurring collaboration, clear ownership boundaries, and measurable outcomes. The team captures decisions, open issues, and handoffs so that knowledge remains discoverable for future programs.</a:t>
            </a:r>
          </a:p>
          <a:p>
            <a:pPr lvl="1"/>
            <a:r>
              <a:t>Section 2: Automation backlog refinement. EMP060 contributes to ast emp060 11 through recurring collaboration, clear ownership boundaries, and measurable outcomes. The team captures decisions, open issues, and handoffs so that knowledge remains discoverable for future programs.</a:t>
            </a:r>
          </a:p>
          <a:p>
            <a:pPr lvl="1"/>
            <a:r>
              <a:t>Section 3: Fabric semantic model planning. EMP060 contributes to ast emp060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Emp060 11 - EMP060</a:t>
            </a:r>
          </a:p>
        </p:txBody>
      </p:sp>
      <p:sp>
        <p:nvSpPr>
          <p:cNvPr id="3" name="Content Placeholder 2"/>
          <p:cNvSpPr>
            <a:spLocks noGrp="1"/>
          </p:cNvSpPr>
          <p:nvPr>
            <p:ph idx="1"/>
          </p:nvPr>
        </p:nvSpPr>
        <p:spPr/>
        <p:txBody>
          <a:bodyPr/>
          <a:lstStyle/>
          <a:p>
            <a:r>
              <a:t>Slide 3: Executive Summary</a:t>
            </a:r>
          </a:p>
          <a:p>
            <a:pPr lvl="1"/>
            <a:r>
              <a:t>Section 1: Automation backlog refinement. EMP060 contributes to ast emp060 11 through recurring collaboration, clear ownership boundaries, and measurable outcomes. The team captures decisions, open issues, and handoffs so that knowledge remains discoverable for future programs.</a:t>
            </a:r>
          </a:p>
          <a:p>
            <a:pPr lvl="1"/>
            <a:r>
              <a:t>Section 2: Fabric semantic model planning. EMP060 contributes to ast emp060 11 through recurring collaboration, clear ownership boundaries, and measurable outcomes. The team captures decisions, open issues, and handoffs so that knowledge remains discoverable for future programs.</a:t>
            </a:r>
          </a:p>
          <a:p>
            <a:pPr lvl="1"/>
            <a:r>
              <a:t>Section 3: Knowledge transfer and onboarding. EMP060 contributes to ast emp060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Emp060 11 - EMP060</a:t>
            </a:r>
          </a:p>
        </p:txBody>
      </p:sp>
      <p:sp>
        <p:nvSpPr>
          <p:cNvPr id="3" name="Content Placeholder 2"/>
          <p:cNvSpPr>
            <a:spLocks noGrp="1"/>
          </p:cNvSpPr>
          <p:nvPr>
            <p:ph idx="1"/>
          </p:nvPr>
        </p:nvSpPr>
        <p:spPr/>
        <p:txBody>
          <a:bodyPr/>
          <a:lstStyle/>
          <a:p>
            <a:r>
              <a:t>Slide 4: Executive Summary</a:t>
            </a:r>
          </a:p>
          <a:p>
            <a:pPr lvl="1"/>
            <a:r>
              <a:t>Section 1: Fabric semantic model planning. EMP060 contributes to ast emp060 11 through recurring collaboration, clear ownership boundaries, and measurable outcomes. The team captures decisions, open issues, and handoffs so that knowledge remains discoverable for future programs.</a:t>
            </a:r>
          </a:p>
          <a:p>
            <a:pPr lvl="1"/>
            <a:r>
              <a:t>Section 2: Automation backlog refinement. EMP060 contributes to ast emp060 11 through recurring collaboration, clear ownership boundaries, and measurable outcomes. The team captures decisions, open issues, and handoffs so that knowledge remains discoverable for future programs.</a:t>
            </a:r>
          </a:p>
          <a:p>
            <a:pPr lvl="1"/>
            <a:r>
              <a:t>Section 3: Fabric semantic model planning. EMP060 contributes to ast emp060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Emp060 11 - EMP060</a:t>
            </a:r>
          </a:p>
        </p:txBody>
      </p:sp>
      <p:sp>
        <p:nvSpPr>
          <p:cNvPr id="3" name="Content Placeholder 2"/>
          <p:cNvSpPr>
            <a:spLocks noGrp="1"/>
          </p:cNvSpPr>
          <p:nvPr>
            <p:ph idx="1"/>
          </p:nvPr>
        </p:nvSpPr>
        <p:spPr/>
        <p:txBody>
          <a:bodyPr/>
          <a:lstStyle/>
          <a:p>
            <a:r>
              <a:t>Slide 5: Executive Summary</a:t>
            </a:r>
          </a:p>
          <a:p>
            <a:pPr lvl="1"/>
            <a:r>
              <a:t>Section 1: Customer escalation analysis. EMP060 contributes to ast emp060 11 through recurring collaboration, clear ownership boundaries, and measurable outcomes. The team captures decisions, open issues, and handoffs so that knowledge remains discoverable for future programs.</a:t>
            </a:r>
          </a:p>
          <a:p>
            <a:pPr lvl="1"/>
            <a:r>
              <a:t>Section 2: Department KPI performance. EMP060 contributes to ast emp060 11 through recurring collaboration, clear ownership boundaries, and measurable outcomes. The team captures decisions, open issues, and handoffs so that knowledge remains discoverable for future programs.</a:t>
            </a:r>
          </a:p>
          <a:p>
            <a:pPr lvl="1"/>
            <a:r>
              <a:t>Section 3: Quarterly delivery milestones. EMP060 contributes to ast emp060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