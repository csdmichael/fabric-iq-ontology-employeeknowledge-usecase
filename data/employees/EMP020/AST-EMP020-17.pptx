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Emp020 17 - EMP020</a:t>
            </a:r>
          </a:p>
        </p:txBody>
      </p:sp>
      <p:sp>
        <p:nvSpPr>
          <p:cNvPr id="3" name="Content Placeholder 2"/>
          <p:cNvSpPr>
            <a:spLocks noGrp="1"/>
          </p:cNvSpPr>
          <p:nvPr>
            <p:ph idx="1"/>
          </p:nvPr>
        </p:nvSpPr>
        <p:spPr/>
        <p:txBody>
          <a:bodyPr/>
          <a:lstStyle/>
          <a:p>
            <a:r>
              <a:t>Slide 1: Executive Summary</a:t>
            </a:r>
          </a:p>
          <a:p>
            <a:pPr lvl="1"/>
            <a:r>
              <a:t>Section 1: Quarterly delivery milestones. EMP020 contributes to ast emp020 17 through recurring collaboration, clear ownership boundaries, and measurable outcomes. The team captures decisions, open issues, and handoffs so that knowledge remains discoverable for future programs.</a:t>
            </a:r>
          </a:p>
          <a:p>
            <a:pPr lvl="1"/>
            <a:r>
              <a:t>Section 2: Data quality remediation. EMP020 contributes to ast emp020 17 through recurring collaboration, clear ownership boundaries, and measurable outcomes. The team captures decisions, open issues, and handoffs so that knowledge remains discoverable for future programs.</a:t>
            </a:r>
          </a:p>
          <a:p>
            <a:pPr lvl="1"/>
            <a:r>
              <a:t>Section 3: Customer escalation analysis. EMP020 contributes to ast emp020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Emp020 17 - EMP020</a:t>
            </a:r>
          </a:p>
        </p:txBody>
      </p:sp>
      <p:sp>
        <p:nvSpPr>
          <p:cNvPr id="3" name="Content Placeholder 2"/>
          <p:cNvSpPr>
            <a:spLocks noGrp="1"/>
          </p:cNvSpPr>
          <p:nvPr>
            <p:ph idx="1"/>
          </p:nvPr>
        </p:nvSpPr>
        <p:spPr/>
        <p:txBody>
          <a:bodyPr/>
          <a:lstStyle/>
          <a:p>
            <a:r>
              <a:t>Slide 2: Executive Summary</a:t>
            </a:r>
          </a:p>
          <a:p>
            <a:pPr lvl="1"/>
            <a:r>
              <a:t>Section 1: Data quality remediation. EMP020 contributes to ast emp020 17 through recurring collaboration, clear ownership boundaries, and measurable outcomes. The team captures decisions, open issues, and handoffs so that knowledge remains discoverable for future programs.</a:t>
            </a:r>
          </a:p>
          <a:p>
            <a:pPr lvl="1"/>
            <a:r>
              <a:t>Section 2: Operational risk review. EMP020 contributes to ast emp020 17 through recurring collaboration, clear ownership boundaries, and measurable outcomes. The team captures decisions, open issues, and handoffs so that knowledge remains discoverable for future programs.</a:t>
            </a:r>
          </a:p>
          <a:p>
            <a:pPr lvl="1"/>
            <a:r>
              <a:t>Section 3: Customer escalation analysis. EMP020 contributes to ast emp020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Emp020 17 - EMP020</a:t>
            </a:r>
          </a:p>
        </p:txBody>
      </p:sp>
      <p:sp>
        <p:nvSpPr>
          <p:cNvPr id="3" name="Content Placeholder 2"/>
          <p:cNvSpPr>
            <a:spLocks noGrp="1"/>
          </p:cNvSpPr>
          <p:nvPr>
            <p:ph idx="1"/>
          </p:nvPr>
        </p:nvSpPr>
        <p:spPr/>
        <p:txBody>
          <a:bodyPr/>
          <a:lstStyle/>
          <a:p>
            <a:r>
              <a:t>Slide 3: Executive Summary</a:t>
            </a:r>
          </a:p>
          <a:p>
            <a:pPr lvl="1"/>
            <a:r>
              <a:t>Section 1: Operational risk review. EMP020 contributes to ast emp020 17 through recurring collaboration, clear ownership boundaries, and measurable outcomes. The team captures decisions, open issues, and handoffs so that knowledge remains discoverable for future programs.</a:t>
            </a:r>
          </a:p>
          <a:p>
            <a:pPr lvl="1"/>
            <a:r>
              <a:t>Section 2: Automation backlog refinement. EMP020 contributes to ast emp020 17 through recurring collaboration, clear ownership boundaries, and measurable outcomes. The team captures decisions, open issues, and handoffs so that knowledge remains discoverable for future programs.</a:t>
            </a:r>
          </a:p>
          <a:p>
            <a:pPr lvl="1"/>
            <a:r>
              <a:t>Section 3: Quarterly delivery milestones. EMP020 contributes to ast emp020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Emp020 17 - EMP020</a:t>
            </a:r>
          </a:p>
        </p:txBody>
      </p:sp>
      <p:sp>
        <p:nvSpPr>
          <p:cNvPr id="3" name="Content Placeholder 2"/>
          <p:cNvSpPr>
            <a:spLocks noGrp="1"/>
          </p:cNvSpPr>
          <p:nvPr>
            <p:ph idx="1"/>
          </p:nvPr>
        </p:nvSpPr>
        <p:spPr/>
        <p:txBody>
          <a:bodyPr/>
          <a:lstStyle/>
          <a:p>
            <a:r>
              <a:t>Slide 4: Executive Summary</a:t>
            </a:r>
          </a:p>
          <a:p>
            <a:pPr lvl="1"/>
            <a:r>
              <a:t>Section 1: Automation backlog refinement. EMP020 contributes to ast emp020 17 through recurring collaboration, clear ownership boundaries, and measurable outcomes. The team captures decisions, open issues, and handoffs so that knowledge remains discoverable for future programs.</a:t>
            </a:r>
          </a:p>
          <a:p>
            <a:pPr lvl="1"/>
            <a:r>
              <a:t>Section 2: Data quality remediation. EMP020 contributes to ast emp020 17 through recurring collaboration, clear ownership boundaries, and measurable outcomes. The team captures decisions, open issues, and handoffs so that knowledge remains discoverable for future programs.</a:t>
            </a:r>
          </a:p>
          <a:p>
            <a:pPr lvl="1"/>
            <a:r>
              <a:t>Section 3: Automation backlog refinement. EMP020 contributes to ast emp020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Emp020 17 - EMP020</a:t>
            </a:r>
          </a:p>
        </p:txBody>
      </p:sp>
      <p:sp>
        <p:nvSpPr>
          <p:cNvPr id="3" name="Content Placeholder 2"/>
          <p:cNvSpPr>
            <a:spLocks noGrp="1"/>
          </p:cNvSpPr>
          <p:nvPr>
            <p:ph idx="1"/>
          </p:nvPr>
        </p:nvSpPr>
        <p:spPr/>
        <p:txBody>
          <a:bodyPr/>
          <a:lstStyle/>
          <a:p>
            <a:r>
              <a:t>Slide 5: Executive Summary</a:t>
            </a:r>
          </a:p>
          <a:p>
            <a:pPr lvl="1"/>
            <a:r>
              <a:t>Section 1: Fabric semantic model planning. EMP020 contributes to ast emp020 17 through recurring collaboration, clear ownership boundaries, and measurable outcomes. The team captures decisions, open issues, and handoffs so that knowledge remains discoverable for future programs.</a:t>
            </a:r>
          </a:p>
          <a:p>
            <a:pPr lvl="1"/>
            <a:r>
              <a:t>Section 2: Department KPI performance. EMP020 contributes to ast emp020 17 through recurring collaboration, clear ownership boundaries, and measurable outcomes. The team captures decisions, open issues, and handoffs so that knowledge remains discoverable for future programs.</a:t>
            </a:r>
          </a:p>
          <a:p>
            <a:pPr lvl="1"/>
            <a:r>
              <a:t>Section 3: Quarterly delivery milestones. EMP020 contributes to ast emp020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