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EMP020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Skyler Chen | Analyst | Finance</a:t>
            </a:r>
          </a:p>
          <a:p>
            <a:r>
              <a:t>Prepared: 2025-01-22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Skyler Chen (Analyst)</a:t>
            </a:r>
          </a:p>
          <a:p>
            <a:r>
              <a:t>Location: Austin | Skills: Synapse, Power BI, Kusto, Ontology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Skyler Chen (Analyst)</a:t>
            </a:r>
          </a:p>
          <a:p>
            <a:r>
              <a:t>Location: Austin | Skills: Synapse, Power BI, Kusto, Ontology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Skyler Chen (Analyst)</a:t>
            </a:r>
          </a:p>
          <a:p>
            <a:r>
              <a:t>Location: Austin | Skills: Synapse, Power BI, Kusto,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