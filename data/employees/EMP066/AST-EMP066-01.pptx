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01 - EMP066</a:t>
            </a:r>
          </a:p>
        </p:txBody>
      </p:sp>
      <p:sp>
        <p:nvSpPr>
          <p:cNvPr id="3" name="Content Placeholder 2"/>
          <p:cNvSpPr>
            <a:spLocks noGrp="1"/>
          </p:cNvSpPr>
          <p:nvPr>
            <p:ph idx="1"/>
          </p:nvPr>
        </p:nvSpPr>
        <p:spPr/>
        <p:txBody>
          <a:bodyPr/>
          <a:lstStyle/>
          <a:p>
            <a:r>
              <a:t>Slide 1: Executive Summary</a:t>
            </a:r>
          </a:p>
          <a:p>
            <a:pPr lvl="1"/>
            <a:r>
              <a:t>Section 1: Operational risk review. EMP066 contributes to ast emp066 01 through recurring collaboration, clear ownership boundaries, and measurable outcomes. The team captures decisions, open issues, and handoffs so that knowledge remains discoverable for future programs.</a:t>
            </a:r>
          </a:p>
          <a:p>
            <a:pPr lvl="1"/>
            <a:r>
              <a:t>Section 2: Quarterly delivery milestones. EMP066 contributes to ast emp066 01 through recurring collaboration, clear ownership boundaries, and measurable outcomes. The team captures decisions, open issues, and handoffs so that knowledge remains discoverable for future programs.</a:t>
            </a:r>
          </a:p>
          <a:p>
            <a:pPr lvl="1"/>
            <a:r>
              <a:t>Section 3: Department KPI performance. EMP066 contributes to ast emp066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01 - EMP066</a:t>
            </a:r>
          </a:p>
        </p:txBody>
      </p:sp>
      <p:sp>
        <p:nvSpPr>
          <p:cNvPr id="3" name="Content Placeholder 2"/>
          <p:cNvSpPr>
            <a:spLocks noGrp="1"/>
          </p:cNvSpPr>
          <p:nvPr>
            <p:ph idx="1"/>
          </p:nvPr>
        </p:nvSpPr>
        <p:spPr/>
        <p:txBody>
          <a:bodyPr/>
          <a:lstStyle/>
          <a:p>
            <a:r>
              <a:t>Slide 2: Executive Summary</a:t>
            </a:r>
          </a:p>
          <a:p>
            <a:pPr lvl="1"/>
            <a:r>
              <a:t>Section 1: Automation backlog refinement. EMP066 contributes to ast emp066 01 through recurring collaboration, clear ownership boundaries, and measurable outcomes. The team captures decisions, open issues, and handoffs so that knowledge remains discoverable for future programs.</a:t>
            </a:r>
          </a:p>
          <a:p>
            <a:pPr lvl="1"/>
            <a:r>
              <a:t>Section 2: Customer escalation analysis. EMP066 contributes to ast emp066 01 through recurring collaboration, clear ownership boundaries, and measurable outcomes. The team captures decisions, open issues, and handoffs so that knowledge remains discoverable for future programs.</a:t>
            </a:r>
          </a:p>
          <a:p>
            <a:pPr lvl="1"/>
            <a:r>
              <a:t>Section 3: Operational risk review. EMP066 contributes to ast emp066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01 - EMP066</a:t>
            </a:r>
          </a:p>
        </p:txBody>
      </p:sp>
      <p:sp>
        <p:nvSpPr>
          <p:cNvPr id="3" name="Content Placeholder 2"/>
          <p:cNvSpPr>
            <a:spLocks noGrp="1"/>
          </p:cNvSpPr>
          <p:nvPr>
            <p:ph idx="1"/>
          </p:nvPr>
        </p:nvSpPr>
        <p:spPr/>
        <p:txBody>
          <a:bodyPr/>
          <a:lstStyle/>
          <a:p>
            <a:r>
              <a:t>Slide 3: Executive Summary</a:t>
            </a:r>
          </a:p>
          <a:p>
            <a:pPr lvl="1"/>
            <a:r>
              <a:t>Section 1: Fabric semantic model planning. EMP066 contributes to ast emp066 01 through recurring collaboration, clear ownership boundaries, and measurable outcomes. The team captures decisions, open issues, and handoffs so that knowledge remains discoverable for future programs.</a:t>
            </a:r>
          </a:p>
          <a:p>
            <a:pPr lvl="1"/>
            <a:r>
              <a:t>Section 2: Automation backlog refinement. EMP066 contributes to ast emp066 01 through recurring collaboration, clear ownership boundaries, and measurable outcomes. The team captures decisions, open issues, and handoffs so that knowledge remains discoverable for future programs.</a:t>
            </a:r>
          </a:p>
          <a:p>
            <a:pPr lvl="1"/>
            <a:r>
              <a:t>Section 3: Automation backlog refinement. EMP066 contributes to ast emp066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01 - EMP066</a:t>
            </a:r>
          </a:p>
        </p:txBody>
      </p:sp>
      <p:sp>
        <p:nvSpPr>
          <p:cNvPr id="3" name="Content Placeholder 2"/>
          <p:cNvSpPr>
            <a:spLocks noGrp="1"/>
          </p:cNvSpPr>
          <p:nvPr>
            <p:ph idx="1"/>
          </p:nvPr>
        </p:nvSpPr>
        <p:spPr/>
        <p:txBody>
          <a:bodyPr/>
          <a:lstStyle/>
          <a:p>
            <a:r>
              <a:t>Slide 4: Executive Summary</a:t>
            </a:r>
          </a:p>
          <a:p>
            <a:pPr lvl="1"/>
            <a:r>
              <a:t>Section 1: Fabric semantic model planning. EMP066 contributes to ast emp066 01 through recurring collaboration, clear ownership boundaries, and measurable outcomes. The team captures decisions, open issues, and handoffs so that knowledge remains discoverable for future programs.</a:t>
            </a:r>
          </a:p>
          <a:p>
            <a:pPr lvl="1"/>
            <a:r>
              <a:t>Section 2: Data quality remediation. EMP066 contributes to ast emp066 01 through recurring collaboration, clear ownership boundaries, and measurable outcomes. The team captures decisions, open issues, and handoffs so that knowledge remains discoverable for future programs.</a:t>
            </a:r>
          </a:p>
          <a:p>
            <a:pPr lvl="1"/>
            <a:r>
              <a:t>Section 3: Data quality remediation. EMP066 contributes to ast emp066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Emp066 01 - EMP066</a:t>
            </a:r>
          </a:p>
        </p:txBody>
      </p:sp>
      <p:sp>
        <p:nvSpPr>
          <p:cNvPr id="3" name="Content Placeholder 2"/>
          <p:cNvSpPr>
            <a:spLocks noGrp="1"/>
          </p:cNvSpPr>
          <p:nvPr>
            <p:ph idx="1"/>
          </p:nvPr>
        </p:nvSpPr>
        <p:spPr/>
        <p:txBody>
          <a:bodyPr/>
          <a:lstStyle/>
          <a:p>
            <a:r>
              <a:t>Slide 5: Executive Summary</a:t>
            </a:r>
          </a:p>
          <a:p>
            <a:pPr lvl="1"/>
            <a:r>
              <a:t>Section 1: Data quality remediation. EMP066 contributes to ast emp066 01 through recurring collaboration, clear ownership boundaries, and measurable outcomes. The team captures decisions, open issues, and handoffs so that knowledge remains discoverable for future programs.</a:t>
            </a:r>
          </a:p>
          <a:p>
            <a:pPr lvl="1"/>
            <a:r>
              <a:t>Section 2: Department KPI performance. EMP066 contributes to ast emp066 01 through recurring collaboration, clear ownership boundaries, and measurable outcomes. The team captures decisions, open issues, and handoffs so that knowledge remains discoverable for future programs.</a:t>
            </a:r>
          </a:p>
          <a:p>
            <a:pPr lvl="1"/>
            <a:r>
              <a:t>Section 3: Fabric semantic model planning. EMP066 contributes to ast emp066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