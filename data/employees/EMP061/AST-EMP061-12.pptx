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12 - EMP061</a:t>
            </a:r>
          </a:p>
        </p:txBody>
      </p:sp>
      <p:sp>
        <p:nvSpPr>
          <p:cNvPr id="3" name="Content Placeholder 2"/>
          <p:cNvSpPr>
            <a:spLocks noGrp="1"/>
          </p:cNvSpPr>
          <p:nvPr>
            <p:ph idx="1"/>
          </p:nvPr>
        </p:nvSpPr>
        <p:spPr/>
        <p:txBody>
          <a:bodyPr/>
          <a:lstStyle/>
          <a:p>
            <a:r>
              <a:t>Slide 1: Executive Summary</a:t>
            </a:r>
          </a:p>
          <a:p>
            <a:pPr lvl="1"/>
            <a:r>
              <a:t>Section 1: Automation backlog refinement. EMP061 contributes to ast emp061 12 through recurring collaboration, clear ownership boundaries, and measurable outcomes. The team captures decisions, open issues, and handoffs so that knowledge remains discoverable for future programs.</a:t>
            </a:r>
          </a:p>
          <a:p>
            <a:pPr lvl="1"/>
            <a:r>
              <a:t>Section 2: Operational risk review. EMP061 contributes to ast emp061 12 through recurring collaboration, clear ownership boundaries, and measurable outcomes. The team captures decisions, open issues, and handoffs so that knowledge remains discoverable for future programs.</a:t>
            </a:r>
          </a:p>
          <a:p>
            <a:pPr lvl="1"/>
            <a:r>
              <a:t>Section 3: Fabric semantic model planning. EMP061 contributes to ast emp061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12 - EMP061</a:t>
            </a:r>
          </a:p>
        </p:txBody>
      </p:sp>
      <p:sp>
        <p:nvSpPr>
          <p:cNvPr id="3" name="Content Placeholder 2"/>
          <p:cNvSpPr>
            <a:spLocks noGrp="1"/>
          </p:cNvSpPr>
          <p:nvPr>
            <p:ph idx="1"/>
          </p:nvPr>
        </p:nvSpPr>
        <p:spPr/>
        <p:txBody>
          <a:bodyPr/>
          <a:lstStyle/>
          <a:p>
            <a:r>
              <a:t>Slide 2: Executive Summary</a:t>
            </a:r>
          </a:p>
          <a:p>
            <a:pPr lvl="1"/>
            <a:r>
              <a:t>Section 1: Quarterly delivery milestones. EMP061 contributes to ast emp061 12 through recurring collaboration, clear ownership boundaries, and measurable outcomes. The team captures decisions, open issues, and handoffs so that knowledge remains discoverable for future programs.</a:t>
            </a:r>
          </a:p>
          <a:p>
            <a:pPr lvl="1"/>
            <a:r>
              <a:t>Section 2: Department KPI performance. EMP061 contributes to ast emp061 12 through recurring collaboration, clear ownership boundaries, and measurable outcomes. The team captures decisions, open issues, and handoffs so that knowledge remains discoverable for future programs.</a:t>
            </a:r>
          </a:p>
          <a:p>
            <a:pPr lvl="1"/>
            <a:r>
              <a:t>Section 3: Data quality remediation. EMP061 contributes to ast emp061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12 - EMP061</a:t>
            </a:r>
          </a:p>
        </p:txBody>
      </p:sp>
      <p:sp>
        <p:nvSpPr>
          <p:cNvPr id="3" name="Content Placeholder 2"/>
          <p:cNvSpPr>
            <a:spLocks noGrp="1"/>
          </p:cNvSpPr>
          <p:nvPr>
            <p:ph idx="1"/>
          </p:nvPr>
        </p:nvSpPr>
        <p:spPr/>
        <p:txBody>
          <a:bodyPr/>
          <a:lstStyle/>
          <a:p>
            <a:r>
              <a:t>Slide 3: Executive Summary</a:t>
            </a:r>
          </a:p>
          <a:p>
            <a:pPr lvl="1"/>
            <a:r>
              <a:t>Section 1: Fabric semantic model planning. EMP061 contributes to ast emp061 12 through recurring collaboration, clear ownership boundaries, and measurable outcomes. The team captures decisions, open issues, and handoffs so that knowledge remains discoverable for future programs.</a:t>
            </a:r>
          </a:p>
          <a:p>
            <a:pPr lvl="1"/>
            <a:r>
              <a:t>Section 2: Department KPI performance. EMP061 contributes to ast emp061 12 through recurring collaboration, clear ownership boundaries, and measurable outcomes. The team captures decisions, open issues, and handoffs so that knowledge remains discoverable for future programs.</a:t>
            </a:r>
          </a:p>
          <a:p>
            <a:pPr lvl="1"/>
            <a:r>
              <a:t>Section 3: Department KPI performance. EMP061 contributes to ast emp061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12 - EMP061</a:t>
            </a:r>
          </a:p>
        </p:txBody>
      </p:sp>
      <p:sp>
        <p:nvSpPr>
          <p:cNvPr id="3" name="Content Placeholder 2"/>
          <p:cNvSpPr>
            <a:spLocks noGrp="1"/>
          </p:cNvSpPr>
          <p:nvPr>
            <p:ph idx="1"/>
          </p:nvPr>
        </p:nvSpPr>
        <p:spPr/>
        <p:txBody>
          <a:bodyPr/>
          <a:lstStyle/>
          <a:p>
            <a:r>
              <a:t>Slide 4: Executive Summary</a:t>
            </a:r>
          </a:p>
          <a:p>
            <a:pPr lvl="1"/>
            <a:r>
              <a:t>Section 1: Customer escalation analysis. EMP061 contributes to ast emp061 12 through recurring collaboration, clear ownership boundaries, and measurable outcomes. The team captures decisions, open issues, and handoffs so that knowledge remains discoverable for future programs.</a:t>
            </a:r>
          </a:p>
          <a:p>
            <a:pPr lvl="1"/>
            <a:r>
              <a:t>Section 2: Customer escalation analysis. EMP061 contributes to ast emp061 12 through recurring collaboration, clear ownership boundaries, and measurable outcomes. The team captures decisions, open issues, and handoffs so that knowledge remains discoverable for future programs.</a:t>
            </a:r>
          </a:p>
          <a:p>
            <a:pPr lvl="1"/>
            <a:r>
              <a:t>Section 3: Automation backlog refinement. EMP061 contributes to ast emp061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Emp061 12 - EMP061</a:t>
            </a:r>
          </a:p>
        </p:txBody>
      </p:sp>
      <p:sp>
        <p:nvSpPr>
          <p:cNvPr id="3" name="Content Placeholder 2"/>
          <p:cNvSpPr>
            <a:spLocks noGrp="1"/>
          </p:cNvSpPr>
          <p:nvPr>
            <p:ph idx="1"/>
          </p:nvPr>
        </p:nvSpPr>
        <p:spPr/>
        <p:txBody>
          <a:bodyPr/>
          <a:lstStyle/>
          <a:p>
            <a:r>
              <a:t>Slide 5: Executive Summary</a:t>
            </a:r>
          </a:p>
          <a:p>
            <a:pPr lvl="1"/>
            <a:r>
              <a:t>Section 1: Operational risk review. EMP061 contributes to ast emp061 12 through recurring collaboration, clear ownership boundaries, and measurable outcomes. The team captures decisions, open issues, and handoffs so that knowledge remains discoverable for future programs.</a:t>
            </a:r>
          </a:p>
          <a:p>
            <a:pPr lvl="1"/>
            <a:r>
              <a:t>Section 2: Data quality remediation. EMP061 contributes to ast emp061 12 through recurring collaboration, clear ownership boundaries, and measurable outcomes. The team captures decisions, open issues, and handoffs so that knowledge remains discoverable for future programs.</a:t>
            </a:r>
          </a:p>
          <a:p>
            <a:pPr lvl="1"/>
            <a:r>
              <a:t>Section 3: Automation backlog refinement. EMP061 contributes to ast emp061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