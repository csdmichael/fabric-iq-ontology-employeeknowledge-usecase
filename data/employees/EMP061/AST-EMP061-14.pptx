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Emp061 14 - EMP061</a:t>
            </a:r>
          </a:p>
        </p:txBody>
      </p:sp>
      <p:sp>
        <p:nvSpPr>
          <p:cNvPr id="3" name="Content Placeholder 2"/>
          <p:cNvSpPr>
            <a:spLocks noGrp="1"/>
          </p:cNvSpPr>
          <p:nvPr>
            <p:ph idx="1"/>
          </p:nvPr>
        </p:nvSpPr>
        <p:spPr/>
        <p:txBody>
          <a:bodyPr/>
          <a:lstStyle/>
          <a:p>
            <a:r>
              <a:t>Slide 1: Executive Summary</a:t>
            </a:r>
          </a:p>
          <a:p>
            <a:pPr lvl="1"/>
            <a:r>
              <a:t>Section 1: Operational risk review. EMP061 contributes to ast emp061 14 through recurring collaboration, clear ownership boundaries, and measurable outcomes. The team captures decisions, open issues, and handoffs so that knowledge remains discoverable for future programs.</a:t>
            </a:r>
          </a:p>
          <a:p>
            <a:pPr lvl="1"/>
            <a:r>
              <a:t>Section 2: Automation backlog refinement. EMP061 contributes to ast emp061 14 through recurring collaboration, clear ownership boundaries, and measurable outcomes. The team captures decisions, open issues, and handoffs so that knowledge remains discoverable for future programs.</a:t>
            </a:r>
          </a:p>
          <a:p>
            <a:pPr lvl="1"/>
            <a:r>
              <a:t>Section 3: Fabric semantic model planning. EMP061 contributes to ast emp061 14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Emp061 14 - EMP061</a:t>
            </a:r>
          </a:p>
        </p:txBody>
      </p:sp>
      <p:sp>
        <p:nvSpPr>
          <p:cNvPr id="3" name="Content Placeholder 2"/>
          <p:cNvSpPr>
            <a:spLocks noGrp="1"/>
          </p:cNvSpPr>
          <p:nvPr>
            <p:ph idx="1"/>
          </p:nvPr>
        </p:nvSpPr>
        <p:spPr/>
        <p:txBody>
          <a:bodyPr/>
          <a:lstStyle/>
          <a:p>
            <a:r>
              <a:t>Slide 2: Executive Summary</a:t>
            </a:r>
          </a:p>
          <a:p>
            <a:pPr lvl="1"/>
            <a:r>
              <a:t>Section 1: Knowledge transfer and onboarding. EMP061 contributes to ast emp061 14 through recurring collaboration, clear ownership boundaries, and measurable outcomes. The team captures decisions, open issues, and handoffs so that knowledge remains discoverable for future programs.</a:t>
            </a:r>
          </a:p>
          <a:p>
            <a:pPr lvl="1"/>
            <a:r>
              <a:t>Section 2: Data quality remediation. EMP061 contributes to ast emp061 14 through recurring collaboration, clear ownership boundaries, and measurable outcomes. The team captures decisions, open issues, and handoffs so that knowledge remains discoverable for future programs.</a:t>
            </a:r>
          </a:p>
          <a:p>
            <a:pPr lvl="1"/>
            <a:r>
              <a:t>Section 3: Operational risk review. EMP061 contributes to ast emp061 14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Emp061 14 - EMP061</a:t>
            </a:r>
          </a:p>
        </p:txBody>
      </p:sp>
      <p:sp>
        <p:nvSpPr>
          <p:cNvPr id="3" name="Content Placeholder 2"/>
          <p:cNvSpPr>
            <a:spLocks noGrp="1"/>
          </p:cNvSpPr>
          <p:nvPr>
            <p:ph idx="1"/>
          </p:nvPr>
        </p:nvSpPr>
        <p:spPr/>
        <p:txBody>
          <a:bodyPr/>
          <a:lstStyle/>
          <a:p>
            <a:r>
              <a:t>Slide 3: Executive Summary</a:t>
            </a:r>
          </a:p>
          <a:p>
            <a:pPr lvl="1"/>
            <a:r>
              <a:t>Section 1: Knowledge transfer and onboarding. EMP061 contributes to ast emp061 14 through recurring collaboration, clear ownership boundaries, and measurable outcomes. The team captures decisions, open issues, and handoffs so that knowledge remains discoverable for future programs.</a:t>
            </a:r>
          </a:p>
          <a:p>
            <a:pPr lvl="1"/>
            <a:r>
              <a:t>Section 2: Fabric semantic model planning. EMP061 contributes to ast emp061 14 through recurring collaboration, clear ownership boundaries, and measurable outcomes. The team captures decisions, open issues, and handoffs so that knowledge remains discoverable for future programs.</a:t>
            </a:r>
          </a:p>
          <a:p>
            <a:pPr lvl="1"/>
            <a:r>
              <a:t>Section 3: Department KPI performance. EMP061 contributes to ast emp061 14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Emp061 14 - EMP061</a:t>
            </a:r>
          </a:p>
        </p:txBody>
      </p:sp>
      <p:sp>
        <p:nvSpPr>
          <p:cNvPr id="3" name="Content Placeholder 2"/>
          <p:cNvSpPr>
            <a:spLocks noGrp="1"/>
          </p:cNvSpPr>
          <p:nvPr>
            <p:ph idx="1"/>
          </p:nvPr>
        </p:nvSpPr>
        <p:spPr/>
        <p:txBody>
          <a:bodyPr/>
          <a:lstStyle/>
          <a:p>
            <a:r>
              <a:t>Slide 4: Executive Summary</a:t>
            </a:r>
          </a:p>
          <a:p>
            <a:pPr lvl="1"/>
            <a:r>
              <a:t>Section 1: Data quality remediation. EMP061 contributes to ast emp061 14 through recurring collaboration, clear ownership boundaries, and measurable outcomes. The team captures decisions, open issues, and handoffs so that knowledge remains discoverable for future programs.</a:t>
            </a:r>
          </a:p>
          <a:p>
            <a:pPr lvl="1"/>
            <a:r>
              <a:t>Section 2: Knowledge transfer and onboarding. EMP061 contributes to ast emp061 14 through recurring collaboration, clear ownership boundaries, and measurable outcomes. The team captures decisions, open issues, and handoffs so that knowledge remains discoverable for future programs.</a:t>
            </a:r>
          </a:p>
          <a:p>
            <a:pPr lvl="1"/>
            <a:r>
              <a:t>Section 3: Operational risk review. EMP061 contributes to ast emp061 14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Emp061 14 - EMP061</a:t>
            </a:r>
          </a:p>
        </p:txBody>
      </p:sp>
      <p:sp>
        <p:nvSpPr>
          <p:cNvPr id="3" name="Content Placeholder 2"/>
          <p:cNvSpPr>
            <a:spLocks noGrp="1"/>
          </p:cNvSpPr>
          <p:nvPr>
            <p:ph idx="1"/>
          </p:nvPr>
        </p:nvSpPr>
        <p:spPr/>
        <p:txBody>
          <a:bodyPr/>
          <a:lstStyle/>
          <a:p>
            <a:r>
              <a:t>Slide 5: Executive Summary</a:t>
            </a:r>
          </a:p>
          <a:p>
            <a:pPr lvl="1"/>
            <a:r>
              <a:t>Section 1: Department KPI performance. EMP061 contributes to ast emp061 14 through recurring collaboration, clear ownership boundaries, and measurable outcomes. The team captures decisions, open issues, and handoffs so that knowledge remains discoverable for future programs.</a:t>
            </a:r>
          </a:p>
          <a:p>
            <a:pPr lvl="1"/>
            <a:r>
              <a:t>Section 2: Department KPI performance. EMP061 contributes to ast emp061 14 through recurring collaboration, clear ownership boundaries, and measurable outcomes. The team captures decisions, open issues, and handoffs so that knowledge remains discoverable for future programs.</a:t>
            </a:r>
          </a:p>
          <a:p>
            <a:pPr lvl="1"/>
            <a:r>
              <a:t>Section 3: Operational risk review. EMP061 contributes to ast emp061 14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