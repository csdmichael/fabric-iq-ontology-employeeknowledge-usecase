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Alex Garcia | Senior Engineer | Procurement</a:t>
            </a:r>
          </a:p>
          <a:p>
            <a:r>
              <a:t>Prepared: 2025-03-04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Vendor Scorecard Q2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Vendor Scorecard Q2 for Procurement department.</a:t>
            </a:r>
          </a:p>
          <a:p>
            <a:r>
              <a:t>Responsible: Alex Garcia (Senior Engineer)</a:t>
            </a:r>
          </a:p>
          <a:p>
            <a:r>
              <a:t>Location: Bengaluru | Skills: Azure AI, Ontology, Power BI, TypeScript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Contract Renewals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Contract Renewals Pipeline for Procurement department.</a:t>
            </a:r>
          </a:p>
          <a:p>
            <a:r>
              <a:t>Responsible: Alex Garcia (Senior Engineer)</a:t>
            </a:r>
          </a:p>
          <a:p>
            <a:r>
              <a:t>Location: Bengaluru | Skills: Azure AI, Ontology, Power BI, TypeScript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Spend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Category Spend Analysis for Procurement department.</a:t>
            </a:r>
          </a:p>
          <a:p>
            <a:r>
              <a:t>Responsible: Alex Garcia (Senior Engineer)</a:t>
            </a:r>
          </a:p>
          <a:p>
            <a:r>
              <a:t>Location: Bengaluru | Skills: Azure AI, Ontology, Power BI, TypeScript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