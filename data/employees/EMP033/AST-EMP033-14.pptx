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14 - EMP033</a:t>
            </a:r>
          </a:p>
        </p:txBody>
      </p:sp>
      <p:sp>
        <p:nvSpPr>
          <p:cNvPr id="3" name="Content Placeholder 2"/>
          <p:cNvSpPr>
            <a:spLocks noGrp="1"/>
          </p:cNvSpPr>
          <p:nvPr>
            <p:ph idx="1"/>
          </p:nvPr>
        </p:nvSpPr>
        <p:spPr/>
        <p:txBody>
          <a:bodyPr/>
          <a:lstStyle/>
          <a:p>
            <a:r>
              <a:t>Slide 1: Executive Summary</a:t>
            </a:r>
          </a:p>
          <a:p>
            <a:pPr lvl="1"/>
            <a:r>
              <a:t>Section 1: Department KPI performance. EMP033 contributes to ast emp033 14 through recurring collaboration, clear ownership boundaries, and measurable outcomes. The team captures decisions, open issues, and handoffs so that knowledge remains discoverable for future programs.</a:t>
            </a:r>
          </a:p>
          <a:p>
            <a:pPr lvl="1"/>
            <a:r>
              <a:t>Section 2: Quarterly delivery milestones. EMP033 contributes to ast emp033 14 through recurring collaboration, clear ownership boundaries, and measurable outcomes. The team captures decisions, open issues, and handoffs so that knowledge remains discoverable for future programs.</a:t>
            </a:r>
          </a:p>
          <a:p>
            <a:pPr lvl="1"/>
            <a:r>
              <a:t>Section 3: Data quality remediation. EMP033 contributes to ast emp033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14 - EMP033</a:t>
            </a:r>
          </a:p>
        </p:txBody>
      </p:sp>
      <p:sp>
        <p:nvSpPr>
          <p:cNvPr id="3" name="Content Placeholder 2"/>
          <p:cNvSpPr>
            <a:spLocks noGrp="1"/>
          </p:cNvSpPr>
          <p:nvPr>
            <p:ph idx="1"/>
          </p:nvPr>
        </p:nvSpPr>
        <p:spPr/>
        <p:txBody>
          <a:bodyPr/>
          <a:lstStyle/>
          <a:p>
            <a:r>
              <a:t>Slide 2: Executive Summary</a:t>
            </a:r>
          </a:p>
          <a:p>
            <a:pPr lvl="1"/>
            <a:r>
              <a:t>Section 1: Data quality remediation. EMP033 contributes to ast emp033 14 through recurring collaboration, clear ownership boundaries, and measurable outcomes. The team captures decisions, open issues, and handoffs so that knowledge remains discoverable for future programs.</a:t>
            </a:r>
          </a:p>
          <a:p>
            <a:pPr lvl="1"/>
            <a:r>
              <a:t>Section 2: Operational risk review. EMP033 contributes to ast emp033 14 through recurring collaboration, clear ownership boundaries, and measurable outcomes. The team captures decisions, open issues, and handoffs so that knowledge remains discoverable for future programs.</a:t>
            </a:r>
          </a:p>
          <a:p>
            <a:pPr lvl="1"/>
            <a:r>
              <a:t>Section 3: Data quality remediation. EMP033 contributes to ast emp033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14 - EMP033</a:t>
            </a:r>
          </a:p>
        </p:txBody>
      </p:sp>
      <p:sp>
        <p:nvSpPr>
          <p:cNvPr id="3" name="Content Placeholder 2"/>
          <p:cNvSpPr>
            <a:spLocks noGrp="1"/>
          </p:cNvSpPr>
          <p:nvPr>
            <p:ph idx="1"/>
          </p:nvPr>
        </p:nvSpPr>
        <p:spPr/>
        <p:txBody>
          <a:bodyPr/>
          <a:lstStyle/>
          <a:p>
            <a:r>
              <a:t>Slide 3: Executive Summary</a:t>
            </a:r>
          </a:p>
          <a:p>
            <a:pPr lvl="1"/>
            <a:r>
              <a:t>Section 1: Data quality remediation. EMP033 contributes to ast emp033 14 through recurring collaboration, clear ownership boundaries, and measurable outcomes. The team captures decisions, open issues, and handoffs so that knowledge remains discoverable for future programs.</a:t>
            </a:r>
          </a:p>
          <a:p>
            <a:pPr lvl="1"/>
            <a:r>
              <a:t>Section 2: Operational risk review. EMP033 contributes to ast emp033 14 through recurring collaboration, clear ownership boundaries, and measurable outcomes. The team captures decisions, open issues, and handoffs so that knowledge remains discoverable for future programs.</a:t>
            </a:r>
          </a:p>
          <a:p>
            <a:pPr lvl="1"/>
            <a:r>
              <a:t>Section 3: Automation backlog refinement. EMP033 contributes to ast emp033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14 - EMP033</a:t>
            </a:r>
          </a:p>
        </p:txBody>
      </p:sp>
      <p:sp>
        <p:nvSpPr>
          <p:cNvPr id="3" name="Content Placeholder 2"/>
          <p:cNvSpPr>
            <a:spLocks noGrp="1"/>
          </p:cNvSpPr>
          <p:nvPr>
            <p:ph idx="1"/>
          </p:nvPr>
        </p:nvSpPr>
        <p:spPr/>
        <p:txBody>
          <a:bodyPr/>
          <a:lstStyle/>
          <a:p>
            <a:r>
              <a:t>Slide 4: Executive Summary</a:t>
            </a:r>
          </a:p>
          <a:p>
            <a:pPr lvl="1"/>
            <a:r>
              <a:t>Section 1: Department KPI performance. EMP033 contributes to ast emp033 14 through recurring collaboration, clear ownership boundaries, and measurable outcomes. The team captures decisions, open issues, and handoffs so that knowledge remains discoverable for future programs.</a:t>
            </a:r>
          </a:p>
          <a:p>
            <a:pPr lvl="1"/>
            <a:r>
              <a:t>Section 2: Data quality remediation. EMP033 contributes to ast emp033 14 through recurring collaboration, clear ownership boundaries, and measurable outcomes. The team captures decisions, open issues, and handoffs so that knowledge remains discoverable for future programs.</a:t>
            </a:r>
          </a:p>
          <a:p>
            <a:pPr lvl="1"/>
            <a:r>
              <a:t>Section 3: Department KPI performance. EMP033 contributes to ast emp033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14 - EMP033</a:t>
            </a:r>
          </a:p>
        </p:txBody>
      </p:sp>
      <p:sp>
        <p:nvSpPr>
          <p:cNvPr id="3" name="Content Placeholder 2"/>
          <p:cNvSpPr>
            <a:spLocks noGrp="1"/>
          </p:cNvSpPr>
          <p:nvPr>
            <p:ph idx="1"/>
          </p:nvPr>
        </p:nvSpPr>
        <p:spPr/>
        <p:txBody>
          <a:bodyPr/>
          <a:lstStyle/>
          <a:p>
            <a:r>
              <a:t>Slide 5: Executive Summary</a:t>
            </a:r>
          </a:p>
          <a:p>
            <a:pPr lvl="1"/>
            <a:r>
              <a:t>Section 1: Automation backlog refinement. EMP033 contributes to ast emp033 14 through recurring collaboration, clear ownership boundaries, and measurable outcomes. The team captures decisions, open issues, and handoffs so that knowledge remains discoverable for future programs.</a:t>
            </a:r>
          </a:p>
          <a:p>
            <a:pPr lvl="1"/>
            <a:r>
              <a:t>Section 2: Knowledge transfer and onboarding. EMP033 contributes to ast emp033 14 through recurring collaboration, clear ownership boundaries, and measurable outcomes. The team captures decisions, open issues, and handoffs so that knowledge remains discoverable for future programs.</a:t>
            </a:r>
          </a:p>
          <a:p>
            <a:pPr lvl="1"/>
            <a:r>
              <a:t>Section 3: Department KPI performance. EMP033 contributes to ast emp033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