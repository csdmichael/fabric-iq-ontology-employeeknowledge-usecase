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25 - EMP033</a:t>
            </a:r>
          </a:p>
        </p:txBody>
      </p:sp>
      <p:sp>
        <p:nvSpPr>
          <p:cNvPr id="3" name="Content Placeholder 2"/>
          <p:cNvSpPr>
            <a:spLocks noGrp="1"/>
          </p:cNvSpPr>
          <p:nvPr>
            <p:ph idx="1"/>
          </p:nvPr>
        </p:nvSpPr>
        <p:spPr/>
        <p:txBody>
          <a:bodyPr/>
          <a:lstStyle/>
          <a:p>
            <a:r>
              <a:t>Slide 1: Executive Summary</a:t>
            </a:r>
          </a:p>
          <a:p>
            <a:pPr lvl="1"/>
            <a:r>
              <a:t>Section 1: Quarterly delivery milestones. EMP033 contributes to ast emp033 25 through recurring collaboration, clear ownership boundaries, and measurable outcomes. The team captures decisions, open issues, and handoffs so that knowledge remains discoverable for future programs.</a:t>
            </a:r>
          </a:p>
          <a:p>
            <a:pPr lvl="1"/>
            <a:r>
              <a:t>Section 2: Data quality remediation. EMP033 contributes to ast emp033 25 through recurring collaboration, clear ownership boundaries, and measurable outcomes. The team captures decisions, open issues, and handoffs so that knowledge remains discoverable for future programs.</a:t>
            </a:r>
          </a:p>
          <a:p>
            <a:pPr lvl="1"/>
            <a:r>
              <a:t>Section 3: Operational risk review. EMP033 contributes to ast emp033 25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25 - EMP033</a:t>
            </a:r>
          </a:p>
        </p:txBody>
      </p:sp>
      <p:sp>
        <p:nvSpPr>
          <p:cNvPr id="3" name="Content Placeholder 2"/>
          <p:cNvSpPr>
            <a:spLocks noGrp="1"/>
          </p:cNvSpPr>
          <p:nvPr>
            <p:ph idx="1"/>
          </p:nvPr>
        </p:nvSpPr>
        <p:spPr/>
        <p:txBody>
          <a:bodyPr/>
          <a:lstStyle/>
          <a:p>
            <a:r>
              <a:t>Slide 2: Executive Summary</a:t>
            </a:r>
          </a:p>
          <a:p>
            <a:pPr lvl="1"/>
            <a:r>
              <a:t>Section 1: Fabric semantic model planning. EMP033 contributes to ast emp033 25 through recurring collaboration, clear ownership boundaries, and measurable outcomes. The team captures decisions, open issues, and handoffs so that knowledge remains discoverable for future programs.</a:t>
            </a:r>
          </a:p>
          <a:p>
            <a:pPr lvl="1"/>
            <a:r>
              <a:t>Section 2: Knowledge transfer and onboarding. EMP033 contributes to ast emp033 25 through recurring collaboration, clear ownership boundaries, and measurable outcomes. The team captures decisions, open issues, and handoffs so that knowledge remains discoverable for future programs.</a:t>
            </a:r>
          </a:p>
          <a:p>
            <a:pPr lvl="1"/>
            <a:r>
              <a:t>Section 3: Knowledge transfer and onboarding. EMP033 contributes to ast emp033 25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25 - EMP033</a:t>
            </a:r>
          </a:p>
        </p:txBody>
      </p:sp>
      <p:sp>
        <p:nvSpPr>
          <p:cNvPr id="3" name="Content Placeholder 2"/>
          <p:cNvSpPr>
            <a:spLocks noGrp="1"/>
          </p:cNvSpPr>
          <p:nvPr>
            <p:ph idx="1"/>
          </p:nvPr>
        </p:nvSpPr>
        <p:spPr/>
        <p:txBody>
          <a:bodyPr/>
          <a:lstStyle/>
          <a:p>
            <a:r>
              <a:t>Slide 3: Executive Summary</a:t>
            </a:r>
          </a:p>
          <a:p>
            <a:pPr lvl="1"/>
            <a:r>
              <a:t>Section 1: Department KPI performance. EMP033 contributes to ast emp033 25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25 through recurring collaboration, clear ownership boundaries, and measurable outcomes. The team captures decisions, open issues, and handoffs so that knowledge remains discoverable for future programs.</a:t>
            </a:r>
          </a:p>
          <a:p>
            <a:pPr lvl="1"/>
            <a:r>
              <a:t>Section 3: Customer escalation analysis. EMP033 contributes to ast emp033 25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25 - EMP033</a:t>
            </a:r>
          </a:p>
        </p:txBody>
      </p:sp>
      <p:sp>
        <p:nvSpPr>
          <p:cNvPr id="3" name="Content Placeholder 2"/>
          <p:cNvSpPr>
            <a:spLocks noGrp="1"/>
          </p:cNvSpPr>
          <p:nvPr>
            <p:ph idx="1"/>
          </p:nvPr>
        </p:nvSpPr>
        <p:spPr/>
        <p:txBody>
          <a:bodyPr/>
          <a:lstStyle/>
          <a:p>
            <a:r>
              <a:t>Slide 4: Executive Summary</a:t>
            </a:r>
          </a:p>
          <a:p>
            <a:pPr lvl="1"/>
            <a:r>
              <a:t>Section 1: Knowledge transfer and onboarding. EMP033 contributes to ast emp033 25 through recurring collaboration, clear ownership boundaries, and measurable outcomes. The team captures decisions, open issues, and handoffs so that knowledge remains discoverable for future programs.</a:t>
            </a:r>
          </a:p>
          <a:p>
            <a:pPr lvl="1"/>
            <a:r>
              <a:t>Section 2: Data quality remediation. EMP033 contributes to ast emp033 25 through recurring collaboration, clear ownership boundaries, and measurable outcomes. The team captures decisions, open issues, and handoffs so that knowledge remains discoverable for future programs.</a:t>
            </a:r>
          </a:p>
          <a:p>
            <a:pPr lvl="1"/>
            <a:r>
              <a:t>Section 3: Data quality remediation. EMP033 contributes to ast emp033 25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25 - EMP033</a:t>
            </a:r>
          </a:p>
        </p:txBody>
      </p:sp>
      <p:sp>
        <p:nvSpPr>
          <p:cNvPr id="3" name="Content Placeholder 2"/>
          <p:cNvSpPr>
            <a:spLocks noGrp="1"/>
          </p:cNvSpPr>
          <p:nvPr>
            <p:ph idx="1"/>
          </p:nvPr>
        </p:nvSpPr>
        <p:spPr/>
        <p:txBody>
          <a:bodyPr/>
          <a:lstStyle/>
          <a:p>
            <a:r>
              <a:t>Slide 5: Executive Summary</a:t>
            </a:r>
          </a:p>
          <a:p>
            <a:pPr lvl="1"/>
            <a:r>
              <a:t>Section 1: Quarterly delivery milestones. EMP033 contributes to ast emp033 25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25 through recurring collaboration, clear ownership boundaries, and measurable outcomes. The team captures decisions, open issues, and handoffs so that knowledge remains discoverable for future programs.</a:t>
            </a:r>
          </a:p>
          <a:p>
            <a:pPr lvl="1"/>
            <a:r>
              <a:t>Section 3: Quarterly delivery milestones. EMP033 contributes to ast emp033 25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