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01 - EMP087</a:t>
            </a:r>
          </a:p>
        </p:txBody>
      </p:sp>
      <p:sp>
        <p:nvSpPr>
          <p:cNvPr id="3" name="Content Placeholder 2"/>
          <p:cNvSpPr>
            <a:spLocks noGrp="1"/>
          </p:cNvSpPr>
          <p:nvPr>
            <p:ph idx="1"/>
          </p:nvPr>
        </p:nvSpPr>
        <p:spPr/>
        <p:txBody>
          <a:bodyPr/>
          <a:lstStyle/>
          <a:p>
            <a:r>
              <a:t>Slide 1: Executive Summary</a:t>
            </a:r>
          </a:p>
          <a:p>
            <a:pPr lvl="1"/>
            <a:r>
              <a:t>Section 1: Customer escalation analysis. EMP087 contributes to ast emp087 01 through recurring collaboration, clear ownership boundaries, and measurable outcomes. The team captures decisions, open issues, and handoffs so that knowledge remains discoverable for future programs.</a:t>
            </a:r>
          </a:p>
          <a:p>
            <a:pPr lvl="1"/>
            <a:r>
              <a:t>Section 2: Fabric semantic model planning. EMP087 contributes to ast emp087 01 through recurring collaboration, clear ownership boundaries, and measurable outcomes. The team captures decisions, open issues, and handoffs so that knowledge remains discoverable for future programs.</a:t>
            </a:r>
          </a:p>
          <a:p>
            <a:pPr lvl="1"/>
            <a:r>
              <a:t>Section 3: Quarterly delivery milestones. EMP087 contributes to ast emp087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01 - EMP087</a:t>
            </a:r>
          </a:p>
        </p:txBody>
      </p:sp>
      <p:sp>
        <p:nvSpPr>
          <p:cNvPr id="3" name="Content Placeholder 2"/>
          <p:cNvSpPr>
            <a:spLocks noGrp="1"/>
          </p:cNvSpPr>
          <p:nvPr>
            <p:ph idx="1"/>
          </p:nvPr>
        </p:nvSpPr>
        <p:spPr/>
        <p:txBody>
          <a:bodyPr/>
          <a:lstStyle/>
          <a:p>
            <a:r>
              <a:t>Slide 2: Executive Summary</a:t>
            </a:r>
          </a:p>
          <a:p>
            <a:pPr lvl="1"/>
            <a:r>
              <a:t>Section 1: Department KPI performance. EMP087 contributes to ast emp087 01 through recurring collaboration, clear ownership boundaries, and measurable outcomes. The team captures decisions, open issues, and handoffs so that knowledge remains discoverable for future programs.</a:t>
            </a:r>
          </a:p>
          <a:p>
            <a:pPr lvl="1"/>
            <a:r>
              <a:t>Section 2: Data quality remediation. EMP087 contributes to ast emp087 01 through recurring collaboration, clear ownership boundaries, and measurable outcomes. The team captures decisions, open issues, and handoffs so that knowledge remains discoverable for future programs.</a:t>
            </a:r>
          </a:p>
          <a:p>
            <a:pPr lvl="1"/>
            <a:r>
              <a:t>Section 3: Customer escalation analysis. EMP087 contributes to ast emp087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01 - EMP087</a:t>
            </a:r>
          </a:p>
        </p:txBody>
      </p:sp>
      <p:sp>
        <p:nvSpPr>
          <p:cNvPr id="3" name="Content Placeholder 2"/>
          <p:cNvSpPr>
            <a:spLocks noGrp="1"/>
          </p:cNvSpPr>
          <p:nvPr>
            <p:ph idx="1"/>
          </p:nvPr>
        </p:nvSpPr>
        <p:spPr/>
        <p:txBody>
          <a:bodyPr/>
          <a:lstStyle/>
          <a:p>
            <a:r>
              <a:t>Slide 3: Executive Summary</a:t>
            </a:r>
          </a:p>
          <a:p>
            <a:pPr lvl="1"/>
            <a:r>
              <a:t>Section 1: Customer escalation analysis. EMP087 contributes to ast emp087 01 through recurring collaboration, clear ownership boundaries, and measurable outcomes. The team captures decisions, open issues, and handoffs so that knowledge remains discoverable for future programs.</a:t>
            </a:r>
          </a:p>
          <a:p>
            <a:pPr lvl="1"/>
            <a:r>
              <a:t>Section 2: Data quality remediation. EMP087 contributes to ast emp087 01 through recurring collaboration, clear ownership boundaries, and measurable outcomes. The team captures decisions, open issues, and handoffs so that knowledge remains discoverable for future programs.</a:t>
            </a:r>
          </a:p>
          <a:p>
            <a:pPr lvl="1"/>
            <a:r>
              <a:t>Section 3: Customer escalation analysis. EMP087 contributes to ast emp087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01 - EMP087</a:t>
            </a:r>
          </a:p>
        </p:txBody>
      </p:sp>
      <p:sp>
        <p:nvSpPr>
          <p:cNvPr id="3" name="Content Placeholder 2"/>
          <p:cNvSpPr>
            <a:spLocks noGrp="1"/>
          </p:cNvSpPr>
          <p:nvPr>
            <p:ph idx="1"/>
          </p:nvPr>
        </p:nvSpPr>
        <p:spPr/>
        <p:txBody>
          <a:bodyPr/>
          <a:lstStyle/>
          <a:p>
            <a:r>
              <a:t>Slide 4: Executive Summary</a:t>
            </a:r>
          </a:p>
          <a:p>
            <a:pPr lvl="1"/>
            <a:r>
              <a:t>Section 1: Automation backlog refinement. EMP087 contributes to ast emp087 01 through recurring collaboration, clear ownership boundaries, and measurable outcomes. The team captures decisions, open issues, and handoffs so that knowledge remains discoverable for future programs.</a:t>
            </a:r>
          </a:p>
          <a:p>
            <a:pPr lvl="1"/>
            <a:r>
              <a:t>Section 2: Data quality remediation. EMP087 contributes to ast emp087 01 through recurring collaboration, clear ownership boundaries, and measurable outcomes. The team captures decisions, open issues, and handoffs so that knowledge remains discoverable for future programs.</a:t>
            </a:r>
          </a:p>
          <a:p>
            <a:pPr lvl="1"/>
            <a:r>
              <a:t>Section 3: Automation backlog refinement. EMP087 contributes to ast emp087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Emp087 01 - EMP087</a:t>
            </a:r>
          </a:p>
        </p:txBody>
      </p:sp>
      <p:sp>
        <p:nvSpPr>
          <p:cNvPr id="3" name="Content Placeholder 2"/>
          <p:cNvSpPr>
            <a:spLocks noGrp="1"/>
          </p:cNvSpPr>
          <p:nvPr>
            <p:ph idx="1"/>
          </p:nvPr>
        </p:nvSpPr>
        <p:spPr/>
        <p:txBody>
          <a:bodyPr/>
          <a:lstStyle/>
          <a:p>
            <a:r>
              <a:t>Slide 5: Executive Summary</a:t>
            </a:r>
          </a:p>
          <a:p>
            <a:pPr lvl="1"/>
            <a:r>
              <a:t>Section 1: Department KPI performance. EMP087 contributes to ast emp087 01 through recurring collaboration, clear ownership boundaries, and measurable outcomes. The team captures decisions, open issues, and handoffs so that knowledge remains discoverable for future programs.</a:t>
            </a:r>
          </a:p>
          <a:p>
            <a:pPr lvl="1"/>
            <a:r>
              <a:t>Section 2: Data quality remediation. EMP087 contributes to ast emp087 01 through recurring collaboration, clear ownership boundaries, and measurable outcomes. The team captures decisions, open issues, and handoffs so that knowledge remains discoverable for future programs.</a:t>
            </a:r>
          </a:p>
          <a:p>
            <a:pPr lvl="1"/>
            <a:r>
              <a:t>Section 3: Fabric semantic model planning. EMP087 contributes to ast emp087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