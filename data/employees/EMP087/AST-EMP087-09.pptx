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09 - EMP087</a:t>
            </a:r>
          </a:p>
        </p:txBody>
      </p:sp>
      <p:sp>
        <p:nvSpPr>
          <p:cNvPr id="3" name="Content Placeholder 2"/>
          <p:cNvSpPr>
            <a:spLocks noGrp="1"/>
          </p:cNvSpPr>
          <p:nvPr>
            <p:ph idx="1"/>
          </p:nvPr>
        </p:nvSpPr>
        <p:spPr/>
        <p:txBody>
          <a:bodyPr/>
          <a:lstStyle/>
          <a:p>
            <a:r>
              <a:t>Slide 1: Executive Summary</a:t>
            </a:r>
          </a:p>
          <a:p>
            <a:pPr lvl="1"/>
            <a:r>
              <a:t>Section 1: Data quality remediation. EMP087 contributes to ast emp087 09 through recurring collaboration, clear ownership boundaries, and measurable outcomes. The team captures decisions, open issues, and handoffs so that knowledge remains discoverable for future programs.</a:t>
            </a:r>
          </a:p>
          <a:p>
            <a:pPr lvl="1"/>
            <a:r>
              <a:t>Section 2: Knowledge transfer and onboarding. EMP087 contributes to ast emp087 09 through recurring collaboration, clear ownership boundaries, and measurable outcomes. The team captures decisions, open issues, and handoffs so that knowledge remains discoverable for future programs.</a:t>
            </a:r>
          </a:p>
          <a:p>
            <a:pPr lvl="1"/>
            <a:r>
              <a:t>Section 3: Operational risk review. EMP087 contributes to ast emp087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09 - EMP087</a:t>
            </a:r>
          </a:p>
        </p:txBody>
      </p:sp>
      <p:sp>
        <p:nvSpPr>
          <p:cNvPr id="3" name="Content Placeholder 2"/>
          <p:cNvSpPr>
            <a:spLocks noGrp="1"/>
          </p:cNvSpPr>
          <p:nvPr>
            <p:ph idx="1"/>
          </p:nvPr>
        </p:nvSpPr>
        <p:spPr/>
        <p:txBody>
          <a:bodyPr/>
          <a:lstStyle/>
          <a:p>
            <a:r>
              <a:t>Slide 2: Executive Summary</a:t>
            </a:r>
          </a:p>
          <a:p>
            <a:pPr lvl="1"/>
            <a:r>
              <a:t>Section 1: Data quality remediation. EMP087 contributes to ast emp087 09 through recurring collaboration, clear ownership boundaries, and measurable outcomes. The team captures decisions, open issues, and handoffs so that knowledge remains discoverable for future programs.</a:t>
            </a:r>
          </a:p>
          <a:p>
            <a:pPr lvl="1"/>
            <a:r>
              <a:t>Section 2: Department KPI performance. EMP087 contributes to ast emp087 09 through recurring collaboration, clear ownership boundaries, and measurable outcomes. The team captures decisions, open issues, and handoffs so that knowledge remains discoverable for future programs.</a:t>
            </a:r>
          </a:p>
          <a:p>
            <a:pPr lvl="1"/>
            <a:r>
              <a:t>Section 3: Customer escalation analysis. EMP087 contributes to ast emp087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09 - EMP087</a:t>
            </a:r>
          </a:p>
        </p:txBody>
      </p:sp>
      <p:sp>
        <p:nvSpPr>
          <p:cNvPr id="3" name="Content Placeholder 2"/>
          <p:cNvSpPr>
            <a:spLocks noGrp="1"/>
          </p:cNvSpPr>
          <p:nvPr>
            <p:ph idx="1"/>
          </p:nvPr>
        </p:nvSpPr>
        <p:spPr/>
        <p:txBody>
          <a:bodyPr/>
          <a:lstStyle/>
          <a:p>
            <a:r>
              <a:t>Slide 3: Executive Summary</a:t>
            </a:r>
          </a:p>
          <a:p>
            <a:pPr lvl="1"/>
            <a:r>
              <a:t>Section 1: Data quality remediation. EMP087 contributes to ast emp087 09 through recurring collaboration, clear ownership boundaries, and measurable outcomes. The team captures decisions, open issues, and handoffs so that knowledge remains discoverable for future programs.</a:t>
            </a:r>
          </a:p>
          <a:p>
            <a:pPr lvl="1"/>
            <a:r>
              <a:t>Section 2: Department KPI performance. EMP087 contributes to ast emp087 09 through recurring collaboration, clear ownership boundaries, and measurable outcomes. The team captures decisions, open issues, and handoffs so that knowledge remains discoverable for future programs.</a:t>
            </a:r>
          </a:p>
          <a:p>
            <a:pPr lvl="1"/>
            <a:r>
              <a:t>Section 3: Operational risk review. EMP087 contributes to ast emp087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09 - EMP087</a:t>
            </a:r>
          </a:p>
        </p:txBody>
      </p:sp>
      <p:sp>
        <p:nvSpPr>
          <p:cNvPr id="3" name="Content Placeholder 2"/>
          <p:cNvSpPr>
            <a:spLocks noGrp="1"/>
          </p:cNvSpPr>
          <p:nvPr>
            <p:ph idx="1"/>
          </p:nvPr>
        </p:nvSpPr>
        <p:spPr/>
        <p:txBody>
          <a:bodyPr/>
          <a:lstStyle/>
          <a:p>
            <a:r>
              <a:t>Slide 4: Executive Summary</a:t>
            </a:r>
          </a:p>
          <a:p>
            <a:pPr lvl="1"/>
            <a:r>
              <a:t>Section 1: Knowledge transfer and onboarding. EMP087 contributes to ast emp087 09 through recurring collaboration, clear ownership boundaries, and measurable outcomes. The team captures decisions, open issues, and handoffs so that knowledge remains discoverable for future programs.</a:t>
            </a:r>
          </a:p>
          <a:p>
            <a:pPr lvl="1"/>
            <a:r>
              <a:t>Section 2: Quarterly delivery milestones. EMP087 contributes to ast emp087 09 through recurring collaboration, clear ownership boundaries, and measurable outcomes. The team captures decisions, open issues, and handoffs so that knowledge remains discoverable for future programs.</a:t>
            </a:r>
          </a:p>
          <a:p>
            <a:pPr lvl="1"/>
            <a:r>
              <a:t>Section 3: Data quality remediation. EMP087 contributes to ast emp087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09 - EMP087</a:t>
            </a:r>
          </a:p>
        </p:txBody>
      </p:sp>
      <p:sp>
        <p:nvSpPr>
          <p:cNvPr id="3" name="Content Placeholder 2"/>
          <p:cNvSpPr>
            <a:spLocks noGrp="1"/>
          </p:cNvSpPr>
          <p:nvPr>
            <p:ph idx="1"/>
          </p:nvPr>
        </p:nvSpPr>
        <p:spPr/>
        <p:txBody>
          <a:bodyPr/>
          <a:lstStyle/>
          <a:p>
            <a:r>
              <a:t>Slide 5: Executive Summary</a:t>
            </a:r>
          </a:p>
          <a:p>
            <a:pPr lvl="1"/>
            <a:r>
              <a:t>Section 1: Automation backlog refinement. EMP087 contributes to ast emp087 09 through recurring collaboration, clear ownership boundaries, and measurable outcomes. The team captures decisions, open issues, and handoffs so that knowledge remains discoverable for future programs.</a:t>
            </a:r>
          </a:p>
          <a:p>
            <a:pPr lvl="1"/>
            <a:r>
              <a:t>Section 2: Data quality remediation. EMP087 contributes to ast emp087 09 through recurring collaboration, clear ownership boundaries, and measurable outcomes. The team captures decisions, open issues, and handoffs so that knowledge remains discoverable for future programs.</a:t>
            </a:r>
          </a:p>
          <a:p>
            <a:pPr lvl="1"/>
            <a:r>
              <a:t>Section 3: Quarterly delivery milestones. EMP087 contributes to ast emp087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