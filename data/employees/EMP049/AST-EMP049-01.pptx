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Emp049 01 - EMP049</a:t>
            </a:r>
          </a:p>
        </p:txBody>
      </p:sp>
      <p:sp>
        <p:nvSpPr>
          <p:cNvPr id="3" name="Content Placeholder 2"/>
          <p:cNvSpPr>
            <a:spLocks noGrp="1"/>
          </p:cNvSpPr>
          <p:nvPr>
            <p:ph idx="1"/>
          </p:nvPr>
        </p:nvSpPr>
        <p:spPr/>
        <p:txBody>
          <a:bodyPr/>
          <a:lstStyle/>
          <a:p>
            <a:r>
              <a:t>Slide 1: Executive Summary</a:t>
            </a:r>
          </a:p>
          <a:p>
            <a:pPr lvl="1"/>
            <a:r>
              <a:t>Section 1: Knowledge transfer and onboarding. EMP049 contributes to ast emp049 01 through recurring collaboration, clear ownership boundaries, and measurable outcomes. The team captures decisions, open issues, and handoffs so that knowledge remains discoverable for future programs.</a:t>
            </a:r>
          </a:p>
          <a:p>
            <a:pPr lvl="1"/>
            <a:r>
              <a:t>Section 2: Operational risk review. EMP049 contributes to ast emp049 01 through recurring collaboration, clear ownership boundaries, and measurable outcomes. The team captures decisions, open issues, and handoffs so that knowledge remains discoverable for future programs.</a:t>
            </a:r>
          </a:p>
          <a:p>
            <a:pPr lvl="1"/>
            <a:r>
              <a:t>Section 3: Data quality remediation. EMP049 contributes to ast emp049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Emp049 01 - EMP049</a:t>
            </a:r>
          </a:p>
        </p:txBody>
      </p:sp>
      <p:sp>
        <p:nvSpPr>
          <p:cNvPr id="3" name="Content Placeholder 2"/>
          <p:cNvSpPr>
            <a:spLocks noGrp="1"/>
          </p:cNvSpPr>
          <p:nvPr>
            <p:ph idx="1"/>
          </p:nvPr>
        </p:nvSpPr>
        <p:spPr/>
        <p:txBody>
          <a:bodyPr/>
          <a:lstStyle/>
          <a:p>
            <a:r>
              <a:t>Slide 2: Executive Summary</a:t>
            </a:r>
          </a:p>
          <a:p>
            <a:pPr lvl="1"/>
            <a:r>
              <a:t>Section 1: Quarterly delivery milestones. EMP049 contributes to ast emp049 01 through recurring collaboration, clear ownership boundaries, and measurable outcomes. The team captures decisions, open issues, and handoffs so that knowledge remains discoverable for future programs.</a:t>
            </a:r>
          </a:p>
          <a:p>
            <a:pPr lvl="1"/>
            <a:r>
              <a:t>Section 2: Automation backlog refinement. EMP049 contributes to ast emp049 01 through recurring collaboration, clear ownership boundaries, and measurable outcomes. The team captures decisions, open issues, and handoffs so that knowledge remains discoverable for future programs.</a:t>
            </a:r>
          </a:p>
          <a:p>
            <a:pPr lvl="1"/>
            <a:r>
              <a:t>Section 3: Data quality remediation. EMP049 contributes to ast emp049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Emp049 01 - EMP049</a:t>
            </a:r>
          </a:p>
        </p:txBody>
      </p:sp>
      <p:sp>
        <p:nvSpPr>
          <p:cNvPr id="3" name="Content Placeholder 2"/>
          <p:cNvSpPr>
            <a:spLocks noGrp="1"/>
          </p:cNvSpPr>
          <p:nvPr>
            <p:ph idx="1"/>
          </p:nvPr>
        </p:nvSpPr>
        <p:spPr/>
        <p:txBody>
          <a:bodyPr/>
          <a:lstStyle/>
          <a:p>
            <a:r>
              <a:t>Slide 3: Executive Summary</a:t>
            </a:r>
          </a:p>
          <a:p>
            <a:pPr lvl="1"/>
            <a:r>
              <a:t>Section 1: Department KPI performance. EMP049 contributes to ast emp049 01 through recurring collaboration, clear ownership boundaries, and measurable outcomes. The team captures decisions, open issues, and handoffs so that knowledge remains discoverable for future programs.</a:t>
            </a:r>
          </a:p>
          <a:p>
            <a:pPr lvl="1"/>
            <a:r>
              <a:t>Section 2: Knowledge transfer and onboarding. EMP049 contributes to ast emp049 01 through recurring collaboration, clear ownership boundaries, and measurable outcomes. The team captures decisions, open issues, and handoffs so that knowledge remains discoverable for future programs.</a:t>
            </a:r>
          </a:p>
          <a:p>
            <a:pPr lvl="1"/>
            <a:r>
              <a:t>Section 3: Automation backlog refinement. EMP049 contributes to ast emp049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Emp049 01 - EMP049</a:t>
            </a:r>
          </a:p>
        </p:txBody>
      </p:sp>
      <p:sp>
        <p:nvSpPr>
          <p:cNvPr id="3" name="Content Placeholder 2"/>
          <p:cNvSpPr>
            <a:spLocks noGrp="1"/>
          </p:cNvSpPr>
          <p:nvPr>
            <p:ph idx="1"/>
          </p:nvPr>
        </p:nvSpPr>
        <p:spPr/>
        <p:txBody>
          <a:bodyPr/>
          <a:lstStyle/>
          <a:p>
            <a:r>
              <a:t>Slide 4: Executive Summary</a:t>
            </a:r>
          </a:p>
          <a:p>
            <a:pPr lvl="1"/>
            <a:r>
              <a:t>Section 1: Quarterly delivery milestones. EMP049 contributes to ast emp049 01 through recurring collaboration, clear ownership boundaries, and measurable outcomes. The team captures decisions, open issues, and handoffs so that knowledge remains discoverable for future programs.</a:t>
            </a:r>
          </a:p>
          <a:p>
            <a:pPr lvl="1"/>
            <a:r>
              <a:t>Section 2: Data quality remediation. EMP049 contributes to ast emp049 01 through recurring collaboration, clear ownership boundaries, and measurable outcomes. The team captures decisions, open issues, and handoffs so that knowledge remains discoverable for future programs.</a:t>
            </a:r>
          </a:p>
          <a:p>
            <a:pPr lvl="1"/>
            <a:r>
              <a:t>Section 3: Automation backlog refinement. EMP049 contributes to ast emp049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Emp049 01 - EMP049</a:t>
            </a:r>
          </a:p>
        </p:txBody>
      </p:sp>
      <p:sp>
        <p:nvSpPr>
          <p:cNvPr id="3" name="Content Placeholder 2"/>
          <p:cNvSpPr>
            <a:spLocks noGrp="1"/>
          </p:cNvSpPr>
          <p:nvPr>
            <p:ph idx="1"/>
          </p:nvPr>
        </p:nvSpPr>
        <p:spPr/>
        <p:txBody>
          <a:bodyPr/>
          <a:lstStyle/>
          <a:p>
            <a:r>
              <a:t>Slide 5: Executive Summary</a:t>
            </a:r>
          </a:p>
          <a:p>
            <a:pPr lvl="1"/>
            <a:r>
              <a:t>Section 1: Knowledge transfer and onboarding. EMP049 contributes to ast emp049 01 through recurring collaboration, clear ownership boundaries, and measurable outcomes. The team captures decisions, open issues, and handoffs so that knowledge remains discoverable for future programs.</a:t>
            </a:r>
          </a:p>
          <a:p>
            <a:pPr lvl="1"/>
            <a:r>
              <a:t>Section 2: Knowledge transfer and onboarding. EMP049 contributes to ast emp049 01 through recurring collaboration, clear ownership boundaries, and measurable outcomes. The team captures decisions, open issues, and handoffs so that knowledge remains discoverable for future programs.</a:t>
            </a:r>
          </a:p>
          <a:p>
            <a:pPr lvl="1"/>
            <a:r>
              <a:t>Section 3: Quarterly delivery milestones. EMP049 contributes to ast emp049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