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Emp062 12 - EMP062</a:t>
            </a:r>
          </a:p>
        </p:txBody>
      </p:sp>
      <p:sp>
        <p:nvSpPr>
          <p:cNvPr id="3" name="Content Placeholder 2"/>
          <p:cNvSpPr>
            <a:spLocks noGrp="1"/>
          </p:cNvSpPr>
          <p:nvPr>
            <p:ph idx="1"/>
          </p:nvPr>
        </p:nvSpPr>
        <p:spPr/>
        <p:txBody>
          <a:bodyPr/>
          <a:lstStyle/>
          <a:p>
            <a:r>
              <a:t>Slide 1: Executive Summary</a:t>
            </a:r>
          </a:p>
          <a:p>
            <a:pPr lvl="1"/>
            <a:r>
              <a:t>Section 1: Quarterly delivery milestones. EMP062 contributes to ast emp062 12 through recurring collaboration, clear ownership boundaries, and measurable outcomes. The team captures decisions, open issues, and handoffs so that knowledge remains discoverable for future programs.</a:t>
            </a:r>
          </a:p>
          <a:p>
            <a:pPr lvl="1"/>
            <a:r>
              <a:t>Section 2: Fabric semantic model planning. EMP062 contributes to ast emp062 12 through recurring collaboration, clear ownership boundaries, and measurable outcomes. The team captures decisions, open issues, and handoffs so that knowledge remains discoverable for future programs.</a:t>
            </a:r>
          </a:p>
          <a:p>
            <a:pPr lvl="1"/>
            <a:r>
              <a:t>Section 3: Fabric semantic model planning. EMP062 contributes to ast emp062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Emp062 12 - EMP062</a:t>
            </a:r>
          </a:p>
        </p:txBody>
      </p:sp>
      <p:sp>
        <p:nvSpPr>
          <p:cNvPr id="3" name="Content Placeholder 2"/>
          <p:cNvSpPr>
            <a:spLocks noGrp="1"/>
          </p:cNvSpPr>
          <p:nvPr>
            <p:ph idx="1"/>
          </p:nvPr>
        </p:nvSpPr>
        <p:spPr/>
        <p:txBody>
          <a:bodyPr/>
          <a:lstStyle/>
          <a:p>
            <a:r>
              <a:t>Slide 2: Executive Summary</a:t>
            </a:r>
          </a:p>
          <a:p>
            <a:pPr lvl="1"/>
            <a:r>
              <a:t>Section 1: Knowledge transfer and onboarding. EMP062 contributes to ast emp062 12 through recurring collaboration, clear ownership boundaries, and measurable outcomes. The team captures decisions, open issues, and handoffs so that knowledge remains discoverable for future programs.</a:t>
            </a:r>
          </a:p>
          <a:p>
            <a:pPr lvl="1"/>
            <a:r>
              <a:t>Section 2: Quarterly delivery milestones. EMP062 contributes to ast emp062 12 through recurring collaboration, clear ownership boundaries, and measurable outcomes. The team captures decisions, open issues, and handoffs so that knowledge remains discoverable for future programs.</a:t>
            </a:r>
          </a:p>
          <a:p>
            <a:pPr lvl="1"/>
            <a:r>
              <a:t>Section 3: Automation backlog refinement. EMP062 contributes to ast emp062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Emp062 12 - EMP062</a:t>
            </a:r>
          </a:p>
        </p:txBody>
      </p:sp>
      <p:sp>
        <p:nvSpPr>
          <p:cNvPr id="3" name="Content Placeholder 2"/>
          <p:cNvSpPr>
            <a:spLocks noGrp="1"/>
          </p:cNvSpPr>
          <p:nvPr>
            <p:ph idx="1"/>
          </p:nvPr>
        </p:nvSpPr>
        <p:spPr/>
        <p:txBody>
          <a:bodyPr/>
          <a:lstStyle/>
          <a:p>
            <a:r>
              <a:t>Slide 3: Executive Summary</a:t>
            </a:r>
          </a:p>
          <a:p>
            <a:pPr lvl="1"/>
            <a:r>
              <a:t>Section 1: Data quality remediation. EMP062 contributes to ast emp062 12 through recurring collaboration, clear ownership boundaries, and measurable outcomes. The team captures decisions, open issues, and handoffs so that knowledge remains discoverable for future programs.</a:t>
            </a:r>
          </a:p>
          <a:p>
            <a:pPr lvl="1"/>
            <a:r>
              <a:t>Section 2: Knowledge transfer and onboarding. EMP062 contributes to ast emp062 12 through recurring collaboration, clear ownership boundaries, and measurable outcomes. The team captures decisions, open issues, and handoffs so that knowledge remains discoverable for future programs.</a:t>
            </a:r>
          </a:p>
          <a:p>
            <a:pPr lvl="1"/>
            <a:r>
              <a:t>Section 3: Customer escalation analysis. EMP062 contributes to ast emp062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Emp062 12 - EMP062</a:t>
            </a:r>
          </a:p>
        </p:txBody>
      </p:sp>
      <p:sp>
        <p:nvSpPr>
          <p:cNvPr id="3" name="Content Placeholder 2"/>
          <p:cNvSpPr>
            <a:spLocks noGrp="1"/>
          </p:cNvSpPr>
          <p:nvPr>
            <p:ph idx="1"/>
          </p:nvPr>
        </p:nvSpPr>
        <p:spPr/>
        <p:txBody>
          <a:bodyPr/>
          <a:lstStyle/>
          <a:p>
            <a:r>
              <a:t>Slide 4: Executive Summary</a:t>
            </a:r>
          </a:p>
          <a:p>
            <a:pPr lvl="1"/>
            <a:r>
              <a:t>Section 1: Data quality remediation. EMP062 contributes to ast emp062 12 through recurring collaboration, clear ownership boundaries, and measurable outcomes. The team captures decisions, open issues, and handoffs so that knowledge remains discoverable for future programs.</a:t>
            </a:r>
          </a:p>
          <a:p>
            <a:pPr lvl="1"/>
            <a:r>
              <a:t>Section 2: Customer escalation analysis. EMP062 contributes to ast emp062 12 through recurring collaboration, clear ownership boundaries, and measurable outcomes. The team captures decisions, open issues, and handoffs so that knowledge remains discoverable for future programs.</a:t>
            </a:r>
          </a:p>
          <a:p>
            <a:pPr lvl="1"/>
            <a:r>
              <a:t>Section 3: Fabric semantic model planning. EMP062 contributes to ast emp062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Emp062 12 - EMP062</a:t>
            </a:r>
          </a:p>
        </p:txBody>
      </p:sp>
      <p:sp>
        <p:nvSpPr>
          <p:cNvPr id="3" name="Content Placeholder 2"/>
          <p:cNvSpPr>
            <a:spLocks noGrp="1"/>
          </p:cNvSpPr>
          <p:nvPr>
            <p:ph idx="1"/>
          </p:nvPr>
        </p:nvSpPr>
        <p:spPr/>
        <p:txBody>
          <a:bodyPr/>
          <a:lstStyle/>
          <a:p>
            <a:r>
              <a:t>Slide 5: Executive Summary</a:t>
            </a:r>
          </a:p>
          <a:p>
            <a:pPr lvl="1"/>
            <a:r>
              <a:t>Section 1: Quarterly delivery milestones. EMP062 contributes to ast emp062 12 through recurring collaboration, clear ownership boundaries, and measurable outcomes. The team captures decisions, open issues, and handoffs so that knowledge remains discoverable for future programs.</a:t>
            </a:r>
          </a:p>
          <a:p>
            <a:pPr lvl="1"/>
            <a:r>
              <a:t>Section 2: Fabric semantic model planning. EMP062 contributes to ast emp062 12 through recurring collaboration, clear ownership boundaries, and measurable outcomes. The team captures decisions, open issues, and handoffs so that knowledge remains discoverable for future programs.</a:t>
            </a:r>
          </a:p>
          <a:p>
            <a:pPr lvl="1"/>
            <a:r>
              <a:t>Section 3: Fabric semantic model planning. EMP062 contributes to ast emp062 12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