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Emp054 18 - EMP054</a:t>
            </a:r>
          </a:p>
        </p:txBody>
      </p:sp>
      <p:sp>
        <p:nvSpPr>
          <p:cNvPr id="3" name="Content Placeholder 2"/>
          <p:cNvSpPr>
            <a:spLocks noGrp="1"/>
          </p:cNvSpPr>
          <p:nvPr>
            <p:ph idx="1"/>
          </p:nvPr>
        </p:nvSpPr>
        <p:spPr/>
        <p:txBody>
          <a:bodyPr/>
          <a:lstStyle/>
          <a:p>
            <a:r>
              <a:t>Slide 1: Executive Summary</a:t>
            </a:r>
          </a:p>
          <a:p>
            <a:pPr lvl="1"/>
            <a:r>
              <a:t>Section 1: Automation backlog refinement. EMP054 contributes to ast emp054 18 through recurring collaboration, clear ownership boundaries, and measurable outcomes. The team captures decisions, open issues, and handoffs so that knowledge remains discoverable for future programs.</a:t>
            </a:r>
          </a:p>
          <a:p>
            <a:pPr lvl="1"/>
            <a:r>
              <a:t>Section 2: Quarterly delivery milestones. EMP054 contributes to ast emp054 18 through recurring collaboration, clear ownership boundaries, and measurable outcomes. The team captures decisions, open issues, and handoffs so that knowledge remains discoverable for future programs.</a:t>
            </a:r>
          </a:p>
          <a:p>
            <a:pPr lvl="1"/>
            <a:r>
              <a:t>Section 3: Data quality remediation. EMP054 contributes to ast emp054 18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Emp054 18 - EMP054</a:t>
            </a:r>
          </a:p>
        </p:txBody>
      </p:sp>
      <p:sp>
        <p:nvSpPr>
          <p:cNvPr id="3" name="Content Placeholder 2"/>
          <p:cNvSpPr>
            <a:spLocks noGrp="1"/>
          </p:cNvSpPr>
          <p:nvPr>
            <p:ph idx="1"/>
          </p:nvPr>
        </p:nvSpPr>
        <p:spPr/>
        <p:txBody>
          <a:bodyPr/>
          <a:lstStyle/>
          <a:p>
            <a:r>
              <a:t>Slide 2: Executive Summary</a:t>
            </a:r>
          </a:p>
          <a:p>
            <a:pPr lvl="1"/>
            <a:r>
              <a:t>Section 1: Data quality remediation. EMP054 contributes to ast emp054 18 through recurring collaboration, clear ownership boundaries, and measurable outcomes. The team captures decisions, open issues, and handoffs so that knowledge remains discoverable for future programs.</a:t>
            </a:r>
          </a:p>
          <a:p>
            <a:pPr lvl="1"/>
            <a:r>
              <a:t>Section 2: Customer escalation analysis. EMP054 contributes to ast emp054 18 through recurring collaboration, clear ownership boundaries, and measurable outcomes. The team captures decisions, open issues, and handoffs so that knowledge remains discoverable for future programs.</a:t>
            </a:r>
          </a:p>
          <a:p>
            <a:pPr lvl="1"/>
            <a:r>
              <a:t>Section 3: Customer escalation analysis. EMP054 contributes to ast emp054 18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Emp054 18 - EMP054</a:t>
            </a:r>
          </a:p>
        </p:txBody>
      </p:sp>
      <p:sp>
        <p:nvSpPr>
          <p:cNvPr id="3" name="Content Placeholder 2"/>
          <p:cNvSpPr>
            <a:spLocks noGrp="1"/>
          </p:cNvSpPr>
          <p:nvPr>
            <p:ph idx="1"/>
          </p:nvPr>
        </p:nvSpPr>
        <p:spPr/>
        <p:txBody>
          <a:bodyPr/>
          <a:lstStyle/>
          <a:p>
            <a:r>
              <a:t>Slide 3: Executive Summary</a:t>
            </a:r>
          </a:p>
          <a:p>
            <a:pPr lvl="1"/>
            <a:r>
              <a:t>Section 1: Quarterly delivery milestones. EMP054 contributes to ast emp054 18 through recurring collaboration, clear ownership boundaries, and measurable outcomes. The team captures decisions, open issues, and handoffs so that knowledge remains discoverable for future programs.</a:t>
            </a:r>
          </a:p>
          <a:p>
            <a:pPr lvl="1"/>
            <a:r>
              <a:t>Section 2: Quarterly delivery milestones. EMP054 contributes to ast emp054 18 through recurring collaboration, clear ownership boundaries, and measurable outcomes. The team captures decisions, open issues, and handoffs so that knowledge remains discoverable for future programs.</a:t>
            </a:r>
          </a:p>
          <a:p>
            <a:pPr lvl="1"/>
            <a:r>
              <a:t>Section 3: Knowledge transfer and onboarding. EMP054 contributes to ast emp054 18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Emp054 18 - EMP054</a:t>
            </a:r>
          </a:p>
        </p:txBody>
      </p:sp>
      <p:sp>
        <p:nvSpPr>
          <p:cNvPr id="3" name="Content Placeholder 2"/>
          <p:cNvSpPr>
            <a:spLocks noGrp="1"/>
          </p:cNvSpPr>
          <p:nvPr>
            <p:ph idx="1"/>
          </p:nvPr>
        </p:nvSpPr>
        <p:spPr/>
        <p:txBody>
          <a:bodyPr/>
          <a:lstStyle/>
          <a:p>
            <a:r>
              <a:t>Slide 4: Executive Summary</a:t>
            </a:r>
          </a:p>
          <a:p>
            <a:pPr lvl="1"/>
            <a:r>
              <a:t>Section 1: Data quality remediation. EMP054 contributes to ast emp054 18 through recurring collaboration, clear ownership boundaries, and measurable outcomes. The team captures decisions, open issues, and handoffs so that knowledge remains discoverable for future programs.</a:t>
            </a:r>
          </a:p>
          <a:p>
            <a:pPr lvl="1"/>
            <a:r>
              <a:t>Section 2: Data quality remediation. EMP054 contributes to ast emp054 18 through recurring collaboration, clear ownership boundaries, and measurable outcomes. The team captures decisions, open issues, and handoffs so that knowledge remains discoverable for future programs.</a:t>
            </a:r>
          </a:p>
          <a:p>
            <a:pPr lvl="1"/>
            <a:r>
              <a:t>Section 3: Customer escalation analysis. EMP054 contributes to ast emp054 18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Emp054 18 - EMP054</a:t>
            </a:r>
          </a:p>
        </p:txBody>
      </p:sp>
      <p:sp>
        <p:nvSpPr>
          <p:cNvPr id="3" name="Content Placeholder 2"/>
          <p:cNvSpPr>
            <a:spLocks noGrp="1"/>
          </p:cNvSpPr>
          <p:nvPr>
            <p:ph idx="1"/>
          </p:nvPr>
        </p:nvSpPr>
        <p:spPr/>
        <p:txBody>
          <a:bodyPr/>
          <a:lstStyle/>
          <a:p>
            <a:r>
              <a:t>Slide 5: Executive Summary</a:t>
            </a:r>
          </a:p>
          <a:p>
            <a:pPr lvl="1"/>
            <a:r>
              <a:t>Section 1: Customer escalation analysis. EMP054 contributes to ast emp054 18 through recurring collaboration, clear ownership boundaries, and measurable outcomes. The team captures decisions, open issues, and handoffs so that knowledge remains discoverable for future programs.</a:t>
            </a:r>
          </a:p>
          <a:p>
            <a:pPr lvl="1"/>
            <a:r>
              <a:t>Section 2: Customer escalation analysis. EMP054 contributes to ast emp054 18 through recurring collaboration, clear ownership boundaries, and measurable outcomes. The team captures decisions, open issues, and handoffs so that knowledge remains discoverable for future programs.</a:t>
            </a:r>
          </a:p>
          <a:p>
            <a:pPr lvl="1"/>
            <a:r>
              <a:t>Section 3: Customer escalation analysis. EMP054 contributes to ast emp054 18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