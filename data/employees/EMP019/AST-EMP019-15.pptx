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Emp019 15 - EMP019</a:t>
            </a:r>
          </a:p>
        </p:txBody>
      </p:sp>
      <p:sp>
        <p:nvSpPr>
          <p:cNvPr id="3" name="Content Placeholder 2"/>
          <p:cNvSpPr>
            <a:spLocks noGrp="1"/>
          </p:cNvSpPr>
          <p:nvPr>
            <p:ph idx="1"/>
          </p:nvPr>
        </p:nvSpPr>
        <p:spPr/>
        <p:txBody>
          <a:bodyPr/>
          <a:lstStyle/>
          <a:p>
            <a:r>
              <a:t>Slide 1: Executive Summary</a:t>
            </a:r>
          </a:p>
          <a:p>
            <a:pPr lvl="1"/>
            <a:r>
              <a:t>Section 1: Department KPI performance. EMP019 contributes to ast emp019 15 through recurring collaboration, clear ownership boundaries, and measurable outcomes. The team captures decisions, open issues, and handoffs so that knowledge remains discoverable for future programs.</a:t>
            </a:r>
          </a:p>
          <a:p>
            <a:pPr lvl="1"/>
            <a:r>
              <a:t>Section 2: Fabric semantic model planning. EMP019 contributes to ast emp019 15 through recurring collaboration, clear ownership boundaries, and measurable outcomes. The team captures decisions, open issues, and handoffs so that knowledge remains discoverable for future programs.</a:t>
            </a:r>
          </a:p>
          <a:p>
            <a:pPr lvl="1"/>
            <a:r>
              <a:t>Section 3: Operational risk review. EMP019 contributes to ast emp019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Emp019 15 - EMP019</a:t>
            </a:r>
          </a:p>
        </p:txBody>
      </p:sp>
      <p:sp>
        <p:nvSpPr>
          <p:cNvPr id="3" name="Content Placeholder 2"/>
          <p:cNvSpPr>
            <a:spLocks noGrp="1"/>
          </p:cNvSpPr>
          <p:nvPr>
            <p:ph idx="1"/>
          </p:nvPr>
        </p:nvSpPr>
        <p:spPr/>
        <p:txBody>
          <a:bodyPr/>
          <a:lstStyle/>
          <a:p>
            <a:r>
              <a:t>Slide 2: Executive Summary</a:t>
            </a:r>
          </a:p>
          <a:p>
            <a:pPr lvl="1"/>
            <a:r>
              <a:t>Section 1: Department KPI performance. EMP019 contributes to ast emp019 15 through recurring collaboration, clear ownership boundaries, and measurable outcomes. The team captures decisions, open issues, and handoffs so that knowledge remains discoverable for future programs.</a:t>
            </a:r>
          </a:p>
          <a:p>
            <a:pPr lvl="1"/>
            <a:r>
              <a:t>Section 2: Knowledge transfer and onboarding. EMP019 contributes to ast emp019 15 through recurring collaboration, clear ownership boundaries, and measurable outcomes. The team captures decisions, open issues, and handoffs so that knowledge remains discoverable for future programs.</a:t>
            </a:r>
          </a:p>
          <a:p>
            <a:pPr lvl="1"/>
            <a:r>
              <a:t>Section 3: Data quality remediation. EMP019 contributes to ast emp019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Emp019 15 - EMP019</a:t>
            </a:r>
          </a:p>
        </p:txBody>
      </p:sp>
      <p:sp>
        <p:nvSpPr>
          <p:cNvPr id="3" name="Content Placeholder 2"/>
          <p:cNvSpPr>
            <a:spLocks noGrp="1"/>
          </p:cNvSpPr>
          <p:nvPr>
            <p:ph idx="1"/>
          </p:nvPr>
        </p:nvSpPr>
        <p:spPr/>
        <p:txBody>
          <a:bodyPr/>
          <a:lstStyle/>
          <a:p>
            <a:r>
              <a:t>Slide 3: Executive Summary</a:t>
            </a:r>
          </a:p>
          <a:p>
            <a:pPr lvl="1"/>
            <a:r>
              <a:t>Section 1: Customer escalation analysis. EMP019 contributes to ast emp019 15 through recurring collaboration, clear ownership boundaries, and measurable outcomes. The team captures decisions, open issues, and handoffs so that knowledge remains discoverable for future programs.</a:t>
            </a:r>
          </a:p>
          <a:p>
            <a:pPr lvl="1"/>
            <a:r>
              <a:t>Section 2: Operational risk review. EMP019 contributes to ast emp019 15 through recurring collaboration, clear ownership boundaries, and measurable outcomes. The team captures decisions, open issues, and handoffs so that knowledge remains discoverable for future programs.</a:t>
            </a:r>
          </a:p>
          <a:p>
            <a:pPr lvl="1"/>
            <a:r>
              <a:t>Section 3: Operational risk review. EMP019 contributes to ast emp019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Emp019 15 - EMP019</a:t>
            </a:r>
          </a:p>
        </p:txBody>
      </p:sp>
      <p:sp>
        <p:nvSpPr>
          <p:cNvPr id="3" name="Content Placeholder 2"/>
          <p:cNvSpPr>
            <a:spLocks noGrp="1"/>
          </p:cNvSpPr>
          <p:nvPr>
            <p:ph idx="1"/>
          </p:nvPr>
        </p:nvSpPr>
        <p:spPr/>
        <p:txBody>
          <a:bodyPr/>
          <a:lstStyle/>
          <a:p>
            <a:r>
              <a:t>Slide 4: Executive Summary</a:t>
            </a:r>
          </a:p>
          <a:p>
            <a:pPr lvl="1"/>
            <a:r>
              <a:t>Section 1: Operational risk review. EMP019 contributes to ast emp019 15 through recurring collaboration, clear ownership boundaries, and measurable outcomes. The team captures decisions, open issues, and handoffs so that knowledge remains discoverable for future programs.</a:t>
            </a:r>
          </a:p>
          <a:p>
            <a:pPr lvl="1"/>
            <a:r>
              <a:t>Section 2: Department KPI performance. EMP019 contributes to ast emp019 15 through recurring collaboration, clear ownership boundaries, and measurable outcomes. The team captures decisions, open issues, and handoffs so that knowledge remains discoverable for future programs.</a:t>
            </a:r>
          </a:p>
          <a:p>
            <a:pPr lvl="1"/>
            <a:r>
              <a:t>Section 3: Quarterly delivery milestones. EMP019 contributes to ast emp019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Emp019 15 - EMP019</a:t>
            </a:r>
          </a:p>
        </p:txBody>
      </p:sp>
      <p:sp>
        <p:nvSpPr>
          <p:cNvPr id="3" name="Content Placeholder 2"/>
          <p:cNvSpPr>
            <a:spLocks noGrp="1"/>
          </p:cNvSpPr>
          <p:nvPr>
            <p:ph idx="1"/>
          </p:nvPr>
        </p:nvSpPr>
        <p:spPr/>
        <p:txBody>
          <a:bodyPr/>
          <a:lstStyle/>
          <a:p>
            <a:r>
              <a:t>Slide 5: Executive Summary</a:t>
            </a:r>
          </a:p>
          <a:p>
            <a:pPr lvl="1"/>
            <a:r>
              <a:t>Section 1: Automation backlog refinement. EMP019 contributes to ast emp019 15 through recurring collaboration, clear ownership boundaries, and measurable outcomes. The team captures decisions, open issues, and handoffs so that knowledge remains discoverable for future programs.</a:t>
            </a:r>
          </a:p>
          <a:p>
            <a:pPr lvl="1"/>
            <a:r>
              <a:t>Section 2: Quarterly delivery milestones. EMP019 contributes to ast emp019 15 through recurring collaboration, clear ownership boundaries, and measurable outcomes. The team captures decisions, open issues, and handoffs so that knowledge remains discoverable for future programs.</a:t>
            </a:r>
          </a:p>
          <a:p>
            <a:pPr lvl="1"/>
            <a:r>
              <a:t>Section 3: Customer escalation analysis. EMP019 contributes to ast emp019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