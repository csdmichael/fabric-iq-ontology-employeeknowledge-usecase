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Emp058 01 - EMP058</a:t>
            </a:r>
          </a:p>
        </p:txBody>
      </p:sp>
      <p:sp>
        <p:nvSpPr>
          <p:cNvPr id="3" name="Content Placeholder 2"/>
          <p:cNvSpPr>
            <a:spLocks noGrp="1"/>
          </p:cNvSpPr>
          <p:nvPr>
            <p:ph idx="1"/>
          </p:nvPr>
        </p:nvSpPr>
        <p:spPr/>
        <p:txBody>
          <a:bodyPr/>
          <a:lstStyle/>
          <a:p>
            <a:r>
              <a:t>Slide 1: Executive Summary</a:t>
            </a:r>
          </a:p>
          <a:p>
            <a:pPr lvl="1"/>
            <a:r>
              <a:t>Section 1: Operational risk review. EMP058 contributes to ast emp058 01 through recurring collaboration, clear ownership boundaries, and measurable outcomes. The team captures decisions, open issues, and handoffs so that knowledge remains discoverable for future programs.</a:t>
            </a:r>
          </a:p>
          <a:p>
            <a:pPr lvl="1"/>
            <a:r>
              <a:t>Section 2: Customer escalation analysis. EMP058 contributes to ast emp058 01 through recurring collaboration, clear ownership boundaries, and measurable outcomes. The team captures decisions, open issues, and handoffs so that knowledge remains discoverable for future programs.</a:t>
            </a:r>
          </a:p>
          <a:p>
            <a:pPr lvl="1"/>
            <a:r>
              <a:t>Section 3: Operational risk review. EMP058 contributes to ast emp058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Emp058 01 - EMP058</a:t>
            </a:r>
          </a:p>
        </p:txBody>
      </p:sp>
      <p:sp>
        <p:nvSpPr>
          <p:cNvPr id="3" name="Content Placeholder 2"/>
          <p:cNvSpPr>
            <a:spLocks noGrp="1"/>
          </p:cNvSpPr>
          <p:nvPr>
            <p:ph idx="1"/>
          </p:nvPr>
        </p:nvSpPr>
        <p:spPr/>
        <p:txBody>
          <a:bodyPr/>
          <a:lstStyle/>
          <a:p>
            <a:r>
              <a:t>Slide 2: Executive Summary</a:t>
            </a:r>
          </a:p>
          <a:p>
            <a:pPr lvl="1"/>
            <a:r>
              <a:t>Section 1: Fabric semantic model planning. EMP058 contributes to ast emp058 01 through recurring collaboration, clear ownership boundaries, and measurable outcomes. The team captures decisions, open issues, and handoffs so that knowledge remains discoverable for future programs.</a:t>
            </a:r>
          </a:p>
          <a:p>
            <a:pPr lvl="1"/>
            <a:r>
              <a:t>Section 2: Quarterly delivery milestones. EMP058 contributes to ast emp058 01 through recurring collaboration, clear ownership boundaries, and measurable outcomes. The team captures decisions, open issues, and handoffs so that knowledge remains discoverable for future programs.</a:t>
            </a:r>
          </a:p>
          <a:p>
            <a:pPr lvl="1"/>
            <a:r>
              <a:t>Section 3: Knowledge transfer and onboarding. EMP058 contributes to ast emp058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Emp058 01 - EMP058</a:t>
            </a:r>
          </a:p>
        </p:txBody>
      </p:sp>
      <p:sp>
        <p:nvSpPr>
          <p:cNvPr id="3" name="Content Placeholder 2"/>
          <p:cNvSpPr>
            <a:spLocks noGrp="1"/>
          </p:cNvSpPr>
          <p:nvPr>
            <p:ph idx="1"/>
          </p:nvPr>
        </p:nvSpPr>
        <p:spPr/>
        <p:txBody>
          <a:bodyPr/>
          <a:lstStyle/>
          <a:p>
            <a:r>
              <a:t>Slide 3: Executive Summary</a:t>
            </a:r>
          </a:p>
          <a:p>
            <a:pPr lvl="1"/>
            <a:r>
              <a:t>Section 1: Department KPI performance. EMP058 contributes to ast emp058 01 through recurring collaboration, clear ownership boundaries, and measurable outcomes. The team captures decisions, open issues, and handoffs so that knowledge remains discoverable for future programs.</a:t>
            </a:r>
          </a:p>
          <a:p>
            <a:pPr lvl="1"/>
            <a:r>
              <a:t>Section 2: Operational risk review. EMP058 contributes to ast emp058 01 through recurring collaboration, clear ownership boundaries, and measurable outcomes. The team captures decisions, open issues, and handoffs so that knowledge remains discoverable for future programs.</a:t>
            </a:r>
          </a:p>
          <a:p>
            <a:pPr lvl="1"/>
            <a:r>
              <a:t>Section 3: Customer escalation analysis. EMP058 contributes to ast emp058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Emp058 01 - EMP058</a:t>
            </a:r>
          </a:p>
        </p:txBody>
      </p:sp>
      <p:sp>
        <p:nvSpPr>
          <p:cNvPr id="3" name="Content Placeholder 2"/>
          <p:cNvSpPr>
            <a:spLocks noGrp="1"/>
          </p:cNvSpPr>
          <p:nvPr>
            <p:ph idx="1"/>
          </p:nvPr>
        </p:nvSpPr>
        <p:spPr/>
        <p:txBody>
          <a:bodyPr/>
          <a:lstStyle/>
          <a:p>
            <a:r>
              <a:t>Slide 4: Executive Summary</a:t>
            </a:r>
          </a:p>
          <a:p>
            <a:pPr lvl="1"/>
            <a:r>
              <a:t>Section 1: Operational risk review. EMP058 contributes to ast emp058 01 through recurring collaboration, clear ownership boundaries, and measurable outcomes. The team captures decisions, open issues, and handoffs so that knowledge remains discoverable for future programs.</a:t>
            </a:r>
          </a:p>
          <a:p>
            <a:pPr lvl="1"/>
            <a:r>
              <a:t>Section 2: Knowledge transfer and onboarding. EMP058 contributes to ast emp058 01 through recurring collaboration, clear ownership boundaries, and measurable outcomes. The team captures decisions, open issues, and handoffs so that knowledge remains discoverable for future programs.</a:t>
            </a:r>
          </a:p>
          <a:p>
            <a:pPr lvl="1"/>
            <a:r>
              <a:t>Section 3: Data quality remediation. EMP058 contributes to ast emp058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Emp058 01 - EMP058</a:t>
            </a:r>
          </a:p>
        </p:txBody>
      </p:sp>
      <p:sp>
        <p:nvSpPr>
          <p:cNvPr id="3" name="Content Placeholder 2"/>
          <p:cNvSpPr>
            <a:spLocks noGrp="1"/>
          </p:cNvSpPr>
          <p:nvPr>
            <p:ph idx="1"/>
          </p:nvPr>
        </p:nvSpPr>
        <p:spPr/>
        <p:txBody>
          <a:bodyPr/>
          <a:lstStyle/>
          <a:p>
            <a:r>
              <a:t>Slide 5: Executive Summary</a:t>
            </a:r>
          </a:p>
          <a:p>
            <a:pPr lvl="1"/>
            <a:r>
              <a:t>Section 1: Automation backlog refinement. EMP058 contributes to ast emp058 01 through recurring collaboration, clear ownership boundaries, and measurable outcomes. The team captures decisions, open issues, and handoffs so that knowledge remains discoverable for future programs.</a:t>
            </a:r>
          </a:p>
          <a:p>
            <a:pPr lvl="1"/>
            <a:r>
              <a:t>Section 2: Operational risk review. EMP058 contributes to ast emp058 01 through recurring collaboration, clear ownership boundaries, and measurable outcomes. The team captures decisions, open issues, and handoffs so that knowledge remains discoverable for future programs.</a:t>
            </a:r>
          </a:p>
          <a:p>
            <a:pPr lvl="1"/>
            <a:r>
              <a:t>Section 3: Knowledge transfer and onboarding. EMP058 contributes to ast emp058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