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13 - EMP043</a:t>
            </a:r>
          </a:p>
        </p:txBody>
      </p:sp>
      <p:sp>
        <p:nvSpPr>
          <p:cNvPr id="3" name="Content Placeholder 2"/>
          <p:cNvSpPr>
            <a:spLocks noGrp="1"/>
          </p:cNvSpPr>
          <p:nvPr>
            <p:ph idx="1"/>
          </p:nvPr>
        </p:nvSpPr>
        <p:spPr/>
        <p:txBody>
          <a:bodyPr/>
          <a:lstStyle/>
          <a:p>
            <a:r>
              <a:t>Slide 1: Executive Summary</a:t>
            </a:r>
          </a:p>
          <a:p>
            <a:pPr lvl="1"/>
            <a:r>
              <a:t>Section 1: Customer escalation analysis. EMP043 contributes to ast emp043 13 through recurring collaboration, clear ownership boundaries, and measurable outcomes. The team captures decisions, open issues, and handoffs so that knowledge remains discoverable for future programs.</a:t>
            </a:r>
          </a:p>
          <a:p>
            <a:pPr lvl="1"/>
            <a:r>
              <a:t>Section 2: Operational risk review. EMP043 contributes to ast emp043 13 through recurring collaboration, clear ownership boundaries, and measurable outcomes. The team captures decisions, open issues, and handoffs so that knowledge remains discoverable for future programs.</a:t>
            </a:r>
          </a:p>
          <a:p>
            <a:pPr lvl="1"/>
            <a:r>
              <a:t>Section 3: Knowledge transfer and onboarding. EMP043 contributes to ast emp043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13 - EMP043</a:t>
            </a:r>
          </a:p>
        </p:txBody>
      </p:sp>
      <p:sp>
        <p:nvSpPr>
          <p:cNvPr id="3" name="Content Placeholder 2"/>
          <p:cNvSpPr>
            <a:spLocks noGrp="1"/>
          </p:cNvSpPr>
          <p:nvPr>
            <p:ph idx="1"/>
          </p:nvPr>
        </p:nvSpPr>
        <p:spPr/>
        <p:txBody>
          <a:bodyPr/>
          <a:lstStyle/>
          <a:p>
            <a:r>
              <a:t>Slide 2: Executive Summary</a:t>
            </a:r>
          </a:p>
          <a:p>
            <a:pPr lvl="1"/>
            <a:r>
              <a:t>Section 1: Fabric semantic model planning. EMP043 contributes to ast emp043 13 through recurring collaboration, clear ownership boundaries, and measurable outcomes. The team captures decisions, open issues, and handoffs so that knowledge remains discoverable for future programs.</a:t>
            </a:r>
          </a:p>
          <a:p>
            <a:pPr lvl="1"/>
            <a:r>
              <a:t>Section 2: Automation backlog refinement. EMP043 contributes to ast emp043 13 through recurring collaboration, clear ownership boundaries, and measurable outcomes. The team captures decisions, open issues, and handoffs so that knowledge remains discoverable for future programs.</a:t>
            </a:r>
          </a:p>
          <a:p>
            <a:pPr lvl="1"/>
            <a:r>
              <a:t>Section 3: Quarterly delivery milestones. EMP043 contributes to ast emp043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13 - EMP043</a:t>
            </a:r>
          </a:p>
        </p:txBody>
      </p:sp>
      <p:sp>
        <p:nvSpPr>
          <p:cNvPr id="3" name="Content Placeholder 2"/>
          <p:cNvSpPr>
            <a:spLocks noGrp="1"/>
          </p:cNvSpPr>
          <p:nvPr>
            <p:ph idx="1"/>
          </p:nvPr>
        </p:nvSpPr>
        <p:spPr/>
        <p:txBody>
          <a:bodyPr/>
          <a:lstStyle/>
          <a:p>
            <a:r>
              <a:t>Slide 3: Executive Summary</a:t>
            </a:r>
          </a:p>
          <a:p>
            <a:pPr lvl="1"/>
            <a:r>
              <a:t>Section 1: Data quality remediation. EMP043 contributes to ast emp043 13 through recurring collaboration, clear ownership boundaries, and measurable outcomes. The team captures decisions, open issues, and handoffs so that knowledge remains discoverable for future programs.</a:t>
            </a:r>
          </a:p>
          <a:p>
            <a:pPr lvl="1"/>
            <a:r>
              <a:t>Section 2: Quarterly delivery milestones. EMP043 contributes to ast emp043 13 through recurring collaboration, clear ownership boundaries, and measurable outcomes. The team captures decisions, open issues, and handoffs so that knowledge remains discoverable for future programs.</a:t>
            </a:r>
          </a:p>
          <a:p>
            <a:pPr lvl="1"/>
            <a:r>
              <a:t>Section 3: Quarterly delivery milestones. EMP043 contributes to ast emp043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13 - EMP043</a:t>
            </a:r>
          </a:p>
        </p:txBody>
      </p:sp>
      <p:sp>
        <p:nvSpPr>
          <p:cNvPr id="3" name="Content Placeholder 2"/>
          <p:cNvSpPr>
            <a:spLocks noGrp="1"/>
          </p:cNvSpPr>
          <p:nvPr>
            <p:ph idx="1"/>
          </p:nvPr>
        </p:nvSpPr>
        <p:spPr/>
        <p:txBody>
          <a:bodyPr/>
          <a:lstStyle/>
          <a:p>
            <a:r>
              <a:t>Slide 4: Executive Summary</a:t>
            </a:r>
          </a:p>
          <a:p>
            <a:pPr lvl="1"/>
            <a:r>
              <a:t>Section 1: Fabric semantic model planning. EMP043 contributes to ast emp043 13 through recurring collaboration, clear ownership boundaries, and measurable outcomes. The team captures decisions, open issues, and handoffs so that knowledge remains discoverable for future programs.</a:t>
            </a:r>
          </a:p>
          <a:p>
            <a:pPr lvl="1"/>
            <a:r>
              <a:t>Section 2: Operational risk review. EMP043 contributes to ast emp043 13 through recurring collaboration, clear ownership boundaries, and measurable outcomes. The team captures decisions, open issues, and handoffs so that knowledge remains discoverable for future programs.</a:t>
            </a:r>
          </a:p>
          <a:p>
            <a:pPr lvl="1"/>
            <a:r>
              <a:t>Section 3: Fabric semantic model planning. EMP043 contributes to ast emp043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13 - EMP043</a:t>
            </a:r>
          </a:p>
        </p:txBody>
      </p:sp>
      <p:sp>
        <p:nvSpPr>
          <p:cNvPr id="3" name="Content Placeholder 2"/>
          <p:cNvSpPr>
            <a:spLocks noGrp="1"/>
          </p:cNvSpPr>
          <p:nvPr>
            <p:ph idx="1"/>
          </p:nvPr>
        </p:nvSpPr>
        <p:spPr/>
        <p:txBody>
          <a:bodyPr/>
          <a:lstStyle/>
          <a:p>
            <a:r>
              <a:t>Slide 5: Executive Summary</a:t>
            </a:r>
          </a:p>
          <a:p>
            <a:pPr lvl="1"/>
            <a:r>
              <a:t>Section 1: Fabric semantic model planning. EMP043 contributes to ast emp043 13 through recurring collaboration, clear ownership boundaries, and measurable outcomes. The team captures decisions, open issues, and handoffs so that knowledge remains discoverable for future programs.</a:t>
            </a:r>
          </a:p>
          <a:p>
            <a:pPr lvl="1"/>
            <a:r>
              <a:t>Section 2: Data quality remediation. EMP043 contributes to ast emp043 13 through recurring collaboration, clear ownership boundaries, and measurable outcomes. The team captures decisions, open issues, and handoffs so that knowledge remains discoverable for future programs.</a:t>
            </a:r>
          </a:p>
          <a:p>
            <a:pPr lvl="1"/>
            <a:r>
              <a:t>Section 3: Department KPI performance. EMP043 contributes to ast emp043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