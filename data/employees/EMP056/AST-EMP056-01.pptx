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Avery Wilson | Engineer | Engineering</a:t>
            </a:r>
          </a:p>
          <a:p>
            <a:r>
              <a:t>Prepared: 2025-02-27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Velocity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Sprint Velocity Trends for Engineering department.</a:t>
            </a:r>
          </a:p>
          <a:p>
            <a:r>
              <a:t>Responsible: Avery Wilson (Engineer)</a:t>
            </a:r>
          </a:p>
          <a:p>
            <a:r>
              <a:t>Location: Austin | Skills: SQL, Fabric, Kusto, Azure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Debt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Technical Debt Dashboard for Engineering department.</a:t>
            </a:r>
          </a:p>
          <a:p>
            <a:r>
              <a:t>Responsible: Avery Wilson (Engineer)</a:t>
            </a:r>
          </a:p>
          <a:p>
            <a:r>
              <a:t>Location: Austin | Skills: SQL, Fabric, Kusto, Azure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Architecture Review Outcomes for Engineering department.</a:t>
            </a:r>
          </a:p>
          <a:p>
            <a:r>
              <a:t>Responsible: Avery Wilson (Engineer)</a:t>
            </a:r>
          </a:p>
          <a:p>
            <a:r>
              <a:t>Location: Austin | Skills: SQL, Fabric, Kusto, Azure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