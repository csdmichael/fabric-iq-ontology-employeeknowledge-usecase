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19 - EMP056</a:t>
            </a:r>
          </a:p>
        </p:txBody>
      </p:sp>
      <p:sp>
        <p:nvSpPr>
          <p:cNvPr id="3" name="Content Placeholder 2"/>
          <p:cNvSpPr>
            <a:spLocks noGrp="1"/>
          </p:cNvSpPr>
          <p:nvPr>
            <p:ph idx="1"/>
          </p:nvPr>
        </p:nvSpPr>
        <p:spPr/>
        <p:txBody>
          <a:bodyPr/>
          <a:lstStyle/>
          <a:p>
            <a:r>
              <a:t>Slide 1: Executive Summary</a:t>
            </a:r>
          </a:p>
          <a:p>
            <a:pPr lvl="1"/>
            <a:r>
              <a:t>Section 1: Data quality remediation. EMP056 contributes to ast emp056 19 through recurring collaboration, clear ownership boundaries, and measurable outcomes. The team captures decisions, open issues, and handoffs so that knowledge remains discoverable for future programs.</a:t>
            </a:r>
          </a:p>
          <a:p>
            <a:pPr lvl="1"/>
            <a:r>
              <a:t>Section 2: Data quality remediation. EMP056 contributes to ast emp056 19 through recurring collaboration, clear ownership boundaries, and measurable outcomes. The team captures decisions, open issues, and handoffs so that knowledge remains discoverable for future programs.</a:t>
            </a:r>
          </a:p>
          <a:p>
            <a:pPr lvl="1"/>
            <a:r>
              <a:t>Section 3: Operational risk review. EMP056 contributes to ast emp056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19 - EMP056</a:t>
            </a:r>
          </a:p>
        </p:txBody>
      </p:sp>
      <p:sp>
        <p:nvSpPr>
          <p:cNvPr id="3" name="Content Placeholder 2"/>
          <p:cNvSpPr>
            <a:spLocks noGrp="1"/>
          </p:cNvSpPr>
          <p:nvPr>
            <p:ph idx="1"/>
          </p:nvPr>
        </p:nvSpPr>
        <p:spPr/>
        <p:txBody>
          <a:bodyPr/>
          <a:lstStyle/>
          <a:p>
            <a:r>
              <a:t>Slide 2: Executive Summary</a:t>
            </a:r>
          </a:p>
          <a:p>
            <a:pPr lvl="1"/>
            <a:r>
              <a:t>Section 1: Operational risk review. EMP056 contributes to ast emp056 19 through recurring collaboration, clear ownership boundaries, and measurable outcomes. The team captures decisions, open issues, and handoffs so that knowledge remains discoverable for future programs.</a:t>
            </a:r>
          </a:p>
          <a:p>
            <a:pPr lvl="1"/>
            <a:r>
              <a:t>Section 2: Data quality remediation. EMP056 contributes to ast emp056 19 through recurring collaboration, clear ownership boundaries, and measurable outcomes. The team captures decisions, open issues, and handoffs so that knowledge remains discoverable for future programs.</a:t>
            </a:r>
          </a:p>
          <a:p>
            <a:pPr lvl="1"/>
            <a:r>
              <a:t>Section 3: Quarterly delivery milestones. EMP056 contributes to ast emp056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19 - EMP056</a:t>
            </a:r>
          </a:p>
        </p:txBody>
      </p:sp>
      <p:sp>
        <p:nvSpPr>
          <p:cNvPr id="3" name="Content Placeholder 2"/>
          <p:cNvSpPr>
            <a:spLocks noGrp="1"/>
          </p:cNvSpPr>
          <p:nvPr>
            <p:ph idx="1"/>
          </p:nvPr>
        </p:nvSpPr>
        <p:spPr/>
        <p:txBody>
          <a:bodyPr/>
          <a:lstStyle/>
          <a:p>
            <a:r>
              <a:t>Slide 3: Executive Summary</a:t>
            </a:r>
          </a:p>
          <a:p>
            <a:pPr lvl="1"/>
            <a:r>
              <a:t>Section 1: Department KPI performance. EMP056 contributes to ast emp056 19 through recurring collaboration, clear ownership boundaries, and measurable outcomes. The team captures decisions, open issues, and handoffs so that knowledge remains discoverable for future programs.</a:t>
            </a:r>
          </a:p>
          <a:p>
            <a:pPr lvl="1"/>
            <a:r>
              <a:t>Section 2: Quarterly delivery milestones. EMP056 contributes to ast emp056 19 through recurring collaboration, clear ownership boundaries, and measurable outcomes. The team captures decisions, open issues, and handoffs so that knowledge remains discoverable for future programs.</a:t>
            </a:r>
          </a:p>
          <a:p>
            <a:pPr lvl="1"/>
            <a:r>
              <a:t>Section 3: Fabric semantic model planning. EMP056 contributes to ast emp056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19 - EMP056</a:t>
            </a:r>
          </a:p>
        </p:txBody>
      </p:sp>
      <p:sp>
        <p:nvSpPr>
          <p:cNvPr id="3" name="Content Placeholder 2"/>
          <p:cNvSpPr>
            <a:spLocks noGrp="1"/>
          </p:cNvSpPr>
          <p:nvPr>
            <p:ph idx="1"/>
          </p:nvPr>
        </p:nvSpPr>
        <p:spPr/>
        <p:txBody>
          <a:bodyPr/>
          <a:lstStyle/>
          <a:p>
            <a:r>
              <a:t>Slide 4: Executive Summary</a:t>
            </a:r>
          </a:p>
          <a:p>
            <a:pPr lvl="1"/>
            <a:r>
              <a:t>Section 1: Data quality remediation. EMP056 contributes to ast emp056 19 through recurring collaboration, clear ownership boundaries, and measurable outcomes. The team captures decisions, open issues, and handoffs so that knowledge remains discoverable for future programs.</a:t>
            </a:r>
          </a:p>
          <a:p>
            <a:pPr lvl="1"/>
            <a:r>
              <a:t>Section 2: Data quality remediation. EMP056 contributes to ast emp056 19 through recurring collaboration, clear ownership boundaries, and measurable outcomes. The team captures decisions, open issues, and handoffs so that knowledge remains discoverable for future programs.</a:t>
            </a:r>
          </a:p>
          <a:p>
            <a:pPr lvl="1"/>
            <a:r>
              <a:t>Section 3: Data quality remediation. EMP056 contributes to ast emp056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19 - EMP056</a:t>
            </a:r>
          </a:p>
        </p:txBody>
      </p:sp>
      <p:sp>
        <p:nvSpPr>
          <p:cNvPr id="3" name="Content Placeholder 2"/>
          <p:cNvSpPr>
            <a:spLocks noGrp="1"/>
          </p:cNvSpPr>
          <p:nvPr>
            <p:ph idx="1"/>
          </p:nvPr>
        </p:nvSpPr>
        <p:spPr/>
        <p:txBody>
          <a:bodyPr/>
          <a:lstStyle/>
          <a:p>
            <a:r>
              <a:t>Slide 5: Executive Summary</a:t>
            </a:r>
          </a:p>
          <a:p>
            <a:pPr lvl="1"/>
            <a:r>
              <a:t>Section 1: Knowledge transfer and onboarding. EMP056 contributes to ast emp056 19 through recurring collaboration, clear ownership boundaries, and measurable outcomes. The team captures decisions, open issues, and handoffs so that knowledge remains discoverable for future programs.</a:t>
            </a:r>
          </a:p>
          <a:p>
            <a:pPr lvl="1"/>
            <a:r>
              <a:t>Section 2: Knowledge transfer and onboarding. EMP056 contributes to ast emp056 19 through recurring collaboration, clear ownership boundaries, and measurable outcomes. The team captures decisions, open issues, and handoffs so that knowledge remains discoverable for future programs.</a:t>
            </a:r>
          </a:p>
          <a:p>
            <a:pPr lvl="1"/>
            <a:r>
              <a:t>Section 3: Operational risk review. EMP056 contributes to ast emp056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