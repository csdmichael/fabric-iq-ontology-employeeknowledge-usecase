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15 - EMP014</a:t>
            </a:r>
          </a:p>
        </p:txBody>
      </p:sp>
      <p:sp>
        <p:nvSpPr>
          <p:cNvPr id="3" name="Content Placeholder 2"/>
          <p:cNvSpPr>
            <a:spLocks noGrp="1"/>
          </p:cNvSpPr>
          <p:nvPr>
            <p:ph idx="1"/>
          </p:nvPr>
        </p:nvSpPr>
        <p:spPr/>
        <p:txBody>
          <a:bodyPr/>
          <a:lstStyle/>
          <a:p>
            <a:r>
              <a:t>Slide 1: Executive Summary</a:t>
            </a:r>
          </a:p>
          <a:p>
            <a:pPr lvl="1"/>
            <a:r>
              <a:t>Section 1: Customer escalation analysis. EMP014 contributes to ast emp014 15 through recurring collaboration, clear ownership boundaries, and measurable outcomes. The team captures decisions, open issues, and handoffs so that knowledge remains discoverable for future programs.</a:t>
            </a:r>
          </a:p>
          <a:p>
            <a:pPr lvl="1"/>
            <a:r>
              <a:t>Section 2: Automation backlog refinement. EMP014 contributes to ast emp014 15 through recurring collaboration, clear ownership boundaries, and measurable outcomes. The team captures decisions, open issues, and handoffs so that knowledge remains discoverable for future programs.</a:t>
            </a:r>
          </a:p>
          <a:p>
            <a:pPr lvl="1"/>
            <a:r>
              <a:t>Section 3: Knowledge transfer and onboarding. EMP014 contributes to ast emp014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15 - EMP014</a:t>
            </a:r>
          </a:p>
        </p:txBody>
      </p:sp>
      <p:sp>
        <p:nvSpPr>
          <p:cNvPr id="3" name="Content Placeholder 2"/>
          <p:cNvSpPr>
            <a:spLocks noGrp="1"/>
          </p:cNvSpPr>
          <p:nvPr>
            <p:ph idx="1"/>
          </p:nvPr>
        </p:nvSpPr>
        <p:spPr/>
        <p:txBody>
          <a:bodyPr/>
          <a:lstStyle/>
          <a:p>
            <a:r>
              <a:t>Slide 2: Executive Summary</a:t>
            </a:r>
          </a:p>
          <a:p>
            <a:pPr lvl="1"/>
            <a:r>
              <a:t>Section 1: Department KPI performance. EMP014 contributes to ast emp014 15 through recurring collaboration, clear ownership boundaries, and measurable outcomes. The team captures decisions, open issues, and handoffs so that knowledge remains discoverable for future programs.</a:t>
            </a:r>
          </a:p>
          <a:p>
            <a:pPr lvl="1"/>
            <a:r>
              <a:t>Section 2: Automation backlog refinement. EMP014 contributes to ast emp014 15 through recurring collaboration, clear ownership boundaries, and measurable outcomes. The team captures decisions, open issues, and handoffs so that knowledge remains discoverable for future programs.</a:t>
            </a:r>
          </a:p>
          <a:p>
            <a:pPr lvl="1"/>
            <a:r>
              <a:t>Section 3: Customer escalation analysis. EMP014 contributes to ast emp014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15 - EMP014</a:t>
            </a:r>
          </a:p>
        </p:txBody>
      </p:sp>
      <p:sp>
        <p:nvSpPr>
          <p:cNvPr id="3" name="Content Placeholder 2"/>
          <p:cNvSpPr>
            <a:spLocks noGrp="1"/>
          </p:cNvSpPr>
          <p:nvPr>
            <p:ph idx="1"/>
          </p:nvPr>
        </p:nvSpPr>
        <p:spPr/>
        <p:txBody>
          <a:bodyPr/>
          <a:lstStyle/>
          <a:p>
            <a:r>
              <a:t>Slide 3: Executive Summary</a:t>
            </a:r>
          </a:p>
          <a:p>
            <a:pPr lvl="1"/>
            <a:r>
              <a:t>Section 1: Knowledge transfer and onboarding. EMP014 contributes to ast emp014 15 through recurring collaboration, clear ownership boundaries, and measurable outcomes. The team captures decisions, open issues, and handoffs so that knowledge remains discoverable for future programs.</a:t>
            </a:r>
          </a:p>
          <a:p>
            <a:pPr lvl="1"/>
            <a:r>
              <a:t>Section 2: Customer escalation analysis. EMP014 contributes to ast emp014 15 through recurring collaboration, clear ownership boundaries, and measurable outcomes. The team captures decisions, open issues, and handoffs so that knowledge remains discoverable for future programs.</a:t>
            </a:r>
          </a:p>
          <a:p>
            <a:pPr lvl="1"/>
            <a:r>
              <a:t>Section 3: Fabric semantic model planning. EMP014 contributes to ast emp014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15 - EMP014</a:t>
            </a:r>
          </a:p>
        </p:txBody>
      </p:sp>
      <p:sp>
        <p:nvSpPr>
          <p:cNvPr id="3" name="Content Placeholder 2"/>
          <p:cNvSpPr>
            <a:spLocks noGrp="1"/>
          </p:cNvSpPr>
          <p:nvPr>
            <p:ph idx="1"/>
          </p:nvPr>
        </p:nvSpPr>
        <p:spPr/>
        <p:txBody>
          <a:bodyPr/>
          <a:lstStyle/>
          <a:p>
            <a:r>
              <a:t>Slide 4: Executive Summary</a:t>
            </a:r>
          </a:p>
          <a:p>
            <a:pPr lvl="1"/>
            <a:r>
              <a:t>Section 1: Knowledge transfer and onboarding. EMP014 contributes to ast emp014 15 through recurring collaboration, clear ownership boundaries, and measurable outcomes. The team captures decisions, open issues, and handoffs so that knowledge remains discoverable for future programs.</a:t>
            </a:r>
          </a:p>
          <a:p>
            <a:pPr lvl="1"/>
            <a:r>
              <a:t>Section 2: Fabric semantic model planning. EMP014 contributes to ast emp014 15 through recurring collaboration, clear ownership boundaries, and measurable outcomes. The team captures decisions, open issues, and handoffs so that knowledge remains discoverable for future programs.</a:t>
            </a:r>
          </a:p>
          <a:p>
            <a:pPr lvl="1"/>
            <a:r>
              <a:t>Section 3: Automation backlog refinement. EMP014 contributes to ast emp014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15 - EMP014</a:t>
            </a:r>
          </a:p>
        </p:txBody>
      </p:sp>
      <p:sp>
        <p:nvSpPr>
          <p:cNvPr id="3" name="Content Placeholder 2"/>
          <p:cNvSpPr>
            <a:spLocks noGrp="1"/>
          </p:cNvSpPr>
          <p:nvPr>
            <p:ph idx="1"/>
          </p:nvPr>
        </p:nvSpPr>
        <p:spPr/>
        <p:txBody>
          <a:bodyPr/>
          <a:lstStyle/>
          <a:p>
            <a:r>
              <a:t>Slide 5: Executive Summary</a:t>
            </a:r>
          </a:p>
          <a:p>
            <a:pPr lvl="1"/>
            <a:r>
              <a:t>Section 1: Knowledge transfer and onboarding. EMP014 contributes to ast emp014 15 through recurring collaboration, clear ownership boundaries, and measurable outcomes. The team captures decisions, open issues, and handoffs so that knowledge remains discoverable for future programs.</a:t>
            </a:r>
          </a:p>
          <a:p>
            <a:pPr lvl="1"/>
            <a:r>
              <a:t>Section 2: Automation backlog refinement. EMP014 contributes to ast emp014 15 through recurring collaboration, clear ownership boundaries, and measurable outcomes. The team captures decisions, open issues, and handoffs so that knowledge remains discoverable for future programs.</a:t>
            </a:r>
          </a:p>
          <a:p>
            <a:pPr lvl="1"/>
            <a:r>
              <a:t>Section 3: Fabric semantic model planning. EMP014 contributes to ast emp014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