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Morgan Smith | Specialist | Operations</a:t>
            </a:r>
          </a:p>
          <a:p>
            <a:r>
              <a:t>Prepared: 2025-01-16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Shift Productivity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Shift Productivity Dashboard for Operations department.</a:t>
            </a:r>
          </a:p>
          <a:p>
            <a:r>
              <a:t>Responsible: Morgan Smith (Specialist)</a:t>
            </a:r>
          </a:p>
          <a:p>
            <a:r>
              <a:t>Location: Austin | Skills: Azure AI, Ontology, Kusto, Fabric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Throughput vs. Target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Throughput vs. Target for Operations department.</a:t>
            </a:r>
          </a:p>
          <a:p>
            <a:r>
              <a:t>Responsible: Morgan Smith (Specialist)</a:t>
            </a:r>
          </a:p>
          <a:p>
            <a:r>
              <a:t>Location: Austin | Skills: Azure AI, Ontology, Kusto, Fabric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Response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Incident Response Metrics for Operations department.</a:t>
            </a:r>
          </a:p>
          <a:p>
            <a:r>
              <a:t>Responsible: Morgan Smith (Specialist)</a:t>
            </a:r>
          </a:p>
          <a:p>
            <a:r>
              <a:t>Location: Austin | Skills: Azure AI, Ontology, Kusto, Fabric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