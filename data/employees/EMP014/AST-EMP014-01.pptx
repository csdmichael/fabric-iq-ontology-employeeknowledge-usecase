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01 - EMP014</a:t>
            </a:r>
          </a:p>
        </p:txBody>
      </p:sp>
      <p:sp>
        <p:nvSpPr>
          <p:cNvPr id="3" name="Content Placeholder 2"/>
          <p:cNvSpPr>
            <a:spLocks noGrp="1"/>
          </p:cNvSpPr>
          <p:nvPr>
            <p:ph idx="1"/>
          </p:nvPr>
        </p:nvSpPr>
        <p:spPr/>
        <p:txBody>
          <a:bodyPr/>
          <a:lstStyle/>
          <a:p>
            <a:r>
              <a:t>Slide 1: Executive Summary</a:t>
            </a:r>
          </a:p>
          <a:p>
            <a:pPr lvl="1"/>
            <a:r>
              <a:t>Section 1: Data quality remediation. EMP014 contributes to ast emp014 01 through recurring collaboration, clear ownership boundaries, and measurable outcomes. The team captures decisions, open issues, and handoffs so that knowledge remains discoverable for future programs.</a:t>
            </a:r>
          </a:p>
          <a:p>
            <a:pPr lvl="1"/>
            <a:r>
              <a:t>Section 2: Quarterly delivery milestones. EMP014 contributes to ast emp014 01 through recurring collaboration, clear ownership boundaries, and measurable outcomes. The team captures decisions, open issues, and handoffs so that knowledge remains discoverable for future programs.</a:t>
            </a:r>
          </a:p>
          <a:p>
            <a:pPr lvl="1"/>
            <a:r>
              <a:t>Section 3: Operational risk review. EMP014 contributes to ast emp014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01 - EMP014</a:t>
            </a:r>
          </a:p>
        </p:txBody>
      </p:sp>
      <p:sp>
        <p:nvSpPr>
          <p:cNvPr id="3" name="Content Placeholder 2"/>
          <p:cNvSpPr>
            <a:spLocks noGrp="1"/>
          </p:cNvSpPr>
          <p:nvPr>
            <p:ph idx="1"/>
          </p:nvPr>
        </p:nvSpPr>
        <p:spPr/>
        <p:txBody>
          <a:bodyPr/>
          <a:lstStyle/>
          <a:p>
            <a:r>
              <a:t>Slide 2: Executive Summary</a:t>
            </a:r>
          </a:p>
          <a:p>
            <a:pPr lvl="1"/>
            <a:r>
              <a:t>Section 1: Quarterly delivery milestones. EMP014 contributes to ast emp014 01 through recurring collaboration, clear ownership boundaries, and measurable outcomes. The team captures decisions, open issues, and handoffs so that knowledge remains discoverable for future programs.</a:t>
            </a:r>
          </a:p>
          <a:p>
            <a:pPr lvl="1"/>
            <a:r>
              <a:t>Section 2: Department KPI performance. EMP014 contributes to ast emp014 01 through recurring collaboration, clear ownership boundaries, and measurable outcomes. The team captures decisions, open issues, and handoffs so that knowledge remains discoverable for future programs.</a:t>
            </a:r>
          </a:p>
          <a:p>
            <a:pPr lvl="1"/>
            <a:r>
              <a:t>Section 3: Operational risk review. EMP014 contributes to ast emp014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01 - EMP014</a:t>
            </a:r>
          </a:p>
        </p:txBody>
      </p:sp>
      <p:sp>
        <p:nvSpPr>
          <p:cNvPr id="3" name="Content Placeholder 2"/>
          <p:cNvSpPr>
            <a:spLocks noGrp="1"/>
          </p:cNvSpPr>
          <p:nvPr>
            <p:ph idx="1"/>
          </p:nvPr>
        </p:nvSpPr>
        <p:spPr/>
        <p:txBody>
          <a:bodyPr/>
          <a:lstStyle/>
          <a:p>
            <a:r>
              <a:t>Slide 3: Executive Summary</a:t>
            </a:r>
          </a:p>
          <a:p>
            <a:pPr lvl="1"/>
            <a:r>
              <a:t>Section 1: Fabric semantic model planning. EMP014 contributes to ast emp014 01 through recurring collaboration, clear ownership boundaries, and measurable outcomes. The team captures decisions, open issues, and handoffs so that knowledge remains discoverable for future programs.</a:t>
            </a:r>
          </a:p>
          <a:p>
            <a:pPr lvl="1"/>
            <a:r>
              <a:t>Section 2: Quarterly delivery milestones. EMP014 contributes to ast emp014 01 through recurring collaboration, clear ownership boundaries, and measurable outcomes. The team captures decisions, open issues, and handoffs so that knowledge remains discoverable for future programs.</a:t>
            </a:r>
          </a:p>
          <a:p>
            <a:pPr lvl="1"/>
            <a:r>
              <a:t>Section 3: Fabric semantic model planning. EMP014 contributes to ast emp014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01 - EMP014</a:t>
            </a:r>
          </a:p>
        </p:txBody>
      </p:sp>
      <p:sp>
        <p:nvSpPr>
          <p:cNvPr id="3" name="Content Placeholder 2"/>
          <p:cNvSpPr>
            <a:spLocks noGrp="1"/>
          </p:cNvSpPr>
          <p:nvPr>
            <p:ph idx="1"/>
          </p:nvPr>
        </p:nvSpPr>
        <p:spPr/>
        <p:txBody>
          <a:bodyPr/>
          <a:lstStyle/>
          <a:p>
            <a:r>
              <a:t>Slide 4: Executive Summary</a:t>
            </a:r>
          </a:p>
          <a:p>
            <a:pPr lvl="1"/>
            <a:r>
              <a:t>Section 1: Data quality remediation. EMP014 contributes to ast emp014 01 through recurring collaboration, clear ownership boundaries, and measurable outcomes. The team captures decisions, open issues, and handoffs so that knowledge remains discoverable for future programs.</a:t>
            </a:r>
          </a:p>
          <a:p>
            <a:pPr lvl="1"/>
            <a:r>
              <a:t>Section 2: Automation backlog refinement. EMP014 contributes to ast emp014 01 through recurring collaboration, clear ownership boundaries, and measurable outcomes. The team captures decisions, open issues, and handoffs so that knowledge remains discoverable for future programs.</a:t>
            </a:r>
          </a:p>
          <a:p>
            <a:pPr lvl="1"/>
            <a:r>
              <a:t>Section 3: Knowledge transfer and onboarding. EMP014 contributes to ast emp014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Emp014 01 - EMP014</a:t>
            </a:r>
          </a:p>
        </p:txBody>
      </p:sp>
      <p:sp>
        <p:nvSpPr>
          <p:cNvPr id="3" name="Content Placeholder 2"/>
          <p:cNvSpPr>
            <a:spLocks noGrp="1"/>
          </p:cNvSpPr>
          <p:nvPr>
            <p:ph idx="1"/>
          </p:nvPr>
        </p:nvSpPr>
        <p:spPr/>
        <p:txBody>
          <a:bodyPr/>
          <a:lstStyle/>
          <a:p>
            <a:r>
              <a:t>Slide 5: Executive Summary</a:t>
            </a:r>
          </a:p>
          <a:p>
            <a:pPr lvl="1"/>
            <a:r>
              <a:t>Section 1: Knowledge transfer and onboarding. EMP014 contributes to ast emp014 01 through recurring collaboration, clear ownership boundaries, and measurable outcomes. The team captures decisions, open issues, and handoffs so that knowledge remains discoverable for future programs.</a:t>
            </a:r>
          </a:p>
          <a:p>
            <a:pPr lvl="1"/>
            <a:r>
              <a:t>Section 2: Knowledge transfer and onboarding. EMP014 contributes to ast emp014 01 through recurring collaboration, clear ownership boundaries, and measurable outcomes. The team captures decisions, open issues, and handoffs so that knowledge remains discoverable for future programs.</a:t>
            </a:r>
          </a:p>
          <a:p>
            <a:pPr lvl="1"/>
            <a:r>
              <a:t>Section 3: Customer escalation analysis. EMP014 contributes to ast emp014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