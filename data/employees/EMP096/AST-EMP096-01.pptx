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Emp096 01 - EMP096</a:t>
            </a:r>
          </a:p>
        </p:txBody>
      </p:sp>
      <p:sp>
        <p:nvSpPr>
          <p:cNvPr id="3" name="Content Placeholder 2"/>
          <p:cNvSpPr>
            <a:spLocks noGrp="1"/>
          </p:cNvSpPr>
          <p:nvPr>
            <p:ph idx="1"/>
          </p:nvPr>
        </p:nvSpPr>
        <p:spPr/>
        <p:txBody>
          <a:bodyPr/>
          <a:lstStyle/>
          <a:p>
            <a:r>
              <a:t>Slide 1: Executive Summary</a:t>
            </a:r>
          </a:p>
          <a:p>
            <a:pPr lvl="1"/>
            <a:r>
              <a:t>Section 1: Department KPI performance. EMP096 contributes to ast emp096 01 through recurring collaboration, clear ownership boundaries, and measurable outcomes. The team captures decisions, open issues, and handoffs so that knowledge remains discoverable for future programs.</a:t>
            </a:r>
          </a:p>
          <a:p>
            <a:pPr lvl="1"/>
            <a:r>
              <a:t>Section 2: Automation backlog refinement. EMP096 contributes to ast emp096 01 through recurring collaboration, clear ownership boundaries, and measurable outcomes. The team captures decisions, open issues, and handoffs so that knowledge remains discoverable for future programs.</a:t>
            </a:r>
          </a:p>
          <a:p>
            <a:pPr lvl="1"/>
            <a:r>
              <a:t>Section 3: Fabric semantic model planning. EMP096 contributes to ast emp096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Emp096 01 - EMP096</a:t>
            </a:r>
          </a:p>
        </p:txBody>
      </p:sp>
      <p:sp>
        <p:nvSpPr>
          <p:cNvPr id="3" name="Content Placeholder 2"/>
          <p:cNvSpPr>
            <a:spLocks noGrp="1"/>
          </p:cNvSpPr>
          <p:nvPr>
            <p:ph idx="1"/>
          </p:nvPr>
        </p:nvSpPr>
        <p:spPr/>
        <p:txBody>
          <a:bodyPr/>
          <a:lstStyle/>
          <a:p>
            <a:r>
              <a:t>Slide 2: Executive Summary</a:t>
            </a:r>
          </a:p>
          <a:p>
            <a:pPr lvl="1"/>
            <a:r>
              <a:t>Section 1: Automation backlog refinement. EMP096 contributes to ast emp096 01 through recurring collaboration, clear ownership boundaries, and measurable outcomes. The team captures decisions, open issues, and handoffs so that knowledge remains discoverable for future programs.</a:t>
            </a:r>
          </a:p>
          <a:p>
            <a:pPr lvl="1"/>
            <a:r>
              <a:t>Section 2: Operational risk review. EMP096 contributes to ast emp096 01 through recurring collaboration, clear ownership boundaries, and measurable outcomes. The team captures decisions, open issues, and handoffs so that knowledge remains discoverable for future programs.</a:t>
            </a:r>
          </a:p>
          <a:p>
            <a:pPr lvl="1"/>
            <a:r>
              <a:t>Section 3: Customer escalation analysis. EMP096 contributes to ast emp096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Emp096 01 - EMP096</a:t>
            </a:r>
          </a:p>
        </p:txBody>
      </p:sp>
      <p:sp>
        <p:nvSpPr>
          <p:cNvPr id="3" name="Content Placeholder 2"/>
          <p:cNvSpPr>
            <a:spLocks noGrp="1"/>
          </p:cNvSpPr>
          <p:nvPr>
            <p:ph idx="1"/>
          </p:nvPr>
        </p:nvSpPr>
        <p:spPr/>
        <p:txBody>
          <a:bodyPr/>
          <a:lstStyle/>
          <a:p>
            <a:r>
              <a:t>Slide 3: Executive Summary</a:t>
            </a:r>
          </a:p>
          <a:p>
            <a:pPr lvl="1"/>
            <a:r>
              <a:t>Section 1: Data quality remediation. EMP096 contributes to ast emp096 01 through recurring collaboration, clear ownership boundaries, and measurable outcomes. The team captures decisions, open issues, and handoffs so that knowledge remains discoverable for future programs.</a:t>
            </a:r>
          </a:p>
          <a:p>
            <a:pPr lvl="1"/>
            <a:r>
              <a:t>Section 2: Quarterly delivery milestones. EMP096 contributes to ast emp096 01 through recurring collaboration, clear ownership boundaries, and measurable outcomes. The team captures decisions, open issues, and handoffs so that knowledge remains discoverable for future programs.</a:t>
            </a:r>
          </a:p>
          <a:p>
            <a:pPr lvl="1"/>
            <a:r>
              <a:t>Section 3: Data quality remediation. EMP096 contributes to ast emp096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Emp096 01 - EMP096</a:t>
            </a:r>
          </a:p>
        </p:txBody>
      </p:sp>
      <p:sp>
        <p:nvSpPr>
          <p:cNvPr id="3" name="Content Placeholder 2"/>
          <p:cNvSpPr>
            <a:spLocks noGrp="1"/>
          </p:cNvSpPr>
          <p:nvPr>
            <p:ph idx="1"/>
          </p:nvPr>
        </p:nvSpPr>
        <p:spPr/>
        <p:txBody>
          <a:bodyPr/>
          <a:lstStyle/>
          <a:p>
            <a:r>
              <a:t>Slide 4: Executive Summary</a:t>
            </a:r>
          </a:p>
          <a:p>
            <a:pPr lvl="1"/>
            <a:r>
              <a:t>Section 1: Data quality remediation. EMP096 contributes to ast emp096 01 through recurring collaboration, clear ownership boundaries, and measurable outcomes. The team captures decisions, open issues, and handoffs so that knowledge remains discoverable for future programs.</a:t>
            </a:r>
          </a:p>
          <a:p>
            <a:pPr lvl="1"/>
            <a:r>
              <a:t>Section 2: Department KPI performance. EMP096 contributes to ast emp096 01 through recurring collaboration, clear ownership boundaries, and measurable outcomes. The team captures decisions, open issues, and handoffs so that knowledge remains discoverable for future programs.</a:t>
            </a:r>
          </a:p>
          <a:p>
            <a:pPr lvl="1"/>
            <a:r>
              <a:t>Section 3: Customer escalation analysis. EMP096 contributes to ast emp096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Emp096 01 - EMP096</a:t>
            </a:r>
          </a:p>
        </p:txBody>
      </p:sp>
      <p:sp>
        <p:nvSpPr>
          <p:cNvPr id="3" name="Content Placeholder 2"/>
          <p:cNvSpPr>
            <a:spLocks noGrp="1"/>
          </p:cNvSpPr>
          <p:nvPr>
            <p:ph idx="1"/>
          </p:nvPr>
        </p:nvSpPr>
        <p:spPr/>
        <p:txBody>
          <a:bodyPr/>
          <a:lstStyle/>
          <a:p>
            <a:r>
              <a:t>Slide 5: Executive Summary</a:t>
            </a:r>
          </a:p>
          <a:p>
            <a:pPr lvl="1"/>
            <a:r>
              <a:t>Section 1: Data quality remediation. EMP096 contributes to ast emp096 01 through recurring collaboration, clear ownership boundaries, and measurable outcomes. The team captures decisions, open issues, and handoffs so that knowledge remains discoverable for future programs.</a:t>
            </a:r>
          </a:p>
          <a:p>
            <a:pPr lvl="1"/>
            <a:r>
              <a:t>Section 2: Automation backlog refinement. EMP096 contributes to ast emp096 01 through recurring collaboration, clear ownership boundaries, and measurable outcomes. The team captures decisions, open issues, and handoffs so that knowledge remains discoverable for future programs.</a:t>
            </a:r>
          </a:p>
          <a:p>
            <a:pPr lvl="1"/>
            <a:r>
              <a:t>Section 3: Operational risk review. EMP096 contributes to ast emp096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