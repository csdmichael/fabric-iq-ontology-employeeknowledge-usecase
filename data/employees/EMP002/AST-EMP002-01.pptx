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Emp002 01 - EMP002</a:t>
            </a:r>
          </a:p>
        </p:txBody>
      </p:sp>
      <p:sp>
        <p:nvSpPr>
          <p:cNvPr id="3" name="Content Placeholder 2"/>
          <p:cNvSpPr>
            <a:spLocks noGrp="1"/>
          </p:cNvSpPr>
          <p:nvPr>
            <p:ph idx="1"/>
          </p:nvPr>
        </p:nvSpPr>
        <p:spPr/>
        <p:txBody>
          <a:bodyPr/>
          <a:lstStyle/>
          <a:p>
            <a:r>
              <a:t>Slide 1: Executive Summary</a:t>
            </a:r>
          </a:p>
          <a:p>
            <a:pPr lvl="1"/>
            <a:r>
              <a:t>Section 1: Quarterly delivery milestones. EMP002 contributes to ast emp002 01 through recurring collaboration, clear ownership boundaries, and measurable outcomes. The team captures decisions, open issues, and handoffs so that knowledge remains discoverable for future programs.</a:t>
            </a:r>
          </a:p>
          <a:p>
            <a:pPr lvl="1"/>
            <a:r>
              <a:t>Section 2: Data quality remediation. EMP002 contributes to ast emp002 01 through recurring collaboration, clear ownership boundaries, and measurable outcomes. The team captures decisions, open issues, and handoffs so that knowledge remains discoverable for future programs.</a:t>
            </a:r>
          </a:p>
          <a:p>
            <a:pPr lvl="1"/>
            <a:r>
              <a:t>Section 3: Customer escalation analysis. EMP002 contributes to ast emp002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Emp002 01 - EMP002</a:t>
            </a:r>
          </a:p>
        </p:txBody>
      </p:sp>
      <p:sp>
        <p:nvSpPr>
          <p:cNvPr id="3" name="Content Placeholder 2"/>
          <p:cNvSpPr>
            <a:spLocks noGrp="1"/>
          </p:cNvSpPr>
          <p:nvPr>
            <p:ph idx="1"/>
          </p:nvPr>
        </p:nvSpPr>
        <p:spPr/>
        <p:txBody>
          <a:bodyPr/>
          <a:lstStyle/>
          <a:p>
            <a:r>
              <a:t>Slide 2: Executive Summary</a:t>
            </a:r>
          </a:p>
          <a:p>
            <a:pPr lvl="1"/>
            <a:r>
              <a:t>Section 1: Automation backlog refinement. EMP002 contributes to ast emp002 01 through recurring collaboration, clear ownership boundaries, and measurable outcomes. The team captures decisions, open issues, and handoffs so that knowledge remains discoverable for future programs.</a:t>
            </a:r>
          </a:p>
          <a:p>
            <a:pPr lvl="1"/>
            <a:r>
              <a:t>Section 2: Data quality remediation. EMP002 contributes to ast emp002 01 through recurring collaboration, clear ownership boundaries, and measurable outcomes. The team captures decisions, open issues, and handoffs so that knowledge remains discoverable for future programs.</a:t>
            </a:r>
          </a:p>
          <a:p>
            <a:pPr lvl="1"/>
            <a:r>
              <a:t>Section 3: Quarterly delivery milestones. EMP002 contributes to ast emp002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Emp002 01 - EMP002</a:t>
            </a:r>
          </a:p>
        </p:txBody>
      </p:sp>
      <p:sp>
        <p:nvSpPr>
          <p:cNvPr id="3" name="Content Placeholder 2"/>
          <p:cNvSpPr>
            <a:spLocks noGrp="1"/>
          </p:cNvSpPr>
          <p:nvPr>
            <p:ph idx="1"/>
          </p:nvPr>
        </p:nvSpPr>
        <p:spPr/>
        <p:txBody>
          <a:bodyPr/>
          <a:lstStyle/>
          <a:p>
            <a:r>
              <a:t>Slide 3: Executive Summary</a:t>
            </a:r>
          </a:p>
          <a:p>
            <a:pPr lvl="1"/>
            <a:r>
              <a:t>Section 1: Department KPI performance. EMP002 contributes to ast emp002 01 through recurring collaboration, clear ownership boundaries, and measurable outcomes. The team captures decisions, open issues, and handoffs so that knowledge remains discoverable for future programs.</a:t>
            </a:r>
          </a:p>
          <a:p>
            <a:pPr lvl="1"/>
            <a:r>
              <a:t>Section 2: Automation backlog refinement. EMP002 contributes to ast emp002 01 through recurring collaboration, clear ownership boundaries, and measurable outcomes. The team captures decisions, open issues, and handoffs so that knowledge remains discoverable for future programs.</a:t>
            </a:r>
          </a:p>
          <a:p>
            <a:pPr lvl="1"/>
            <a:r>
              <a:t>Section 3: Automation backlog refinement. EMP002 contributes to ast emp002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Emp002 01 - EMP002</a:t>
            </a:r>
          </a:p>
        </p:txBody>
      </p:sp>
      <p:sp>
        <p:nvSpPr>
          <p:cNvPr id="3" name="Content Placeholder 2"/>
          <p:cNvSpPr>
            <a:spLocks noGrp="1"/>
          </p:cNvSpPr>
          <p:nvPr>
            <p:ph idx="1"/>
          </p:nvPr>
        </p:nvSpPr>
        <p:spPr/>
        <p:txBody>
          <a:bodyPr/>
          <a:lstStyle/>
          <a:p>
            <a:r>
              <a:t>Slide 4: Executive Summary</a:t>
            </a:r>
          </a:p>
          <a:p>
            <a:pPr lvl="1"/>
            <a:r>
              <a:t>Section 1: Department KPI performance. EMP002 contributes to ast emp002 01 through recurring collaboration, clear ownership boundaries, and measurable outcomes. The team captures decisions, open issues, and handoffs so that knowledge remains discoverable for future programs.</a:t>
            </a:r>
          </a:p>
          <a:p>
            <a:pPr lvl="1"/>
            <a:r>
              <a:t>Section 2: Fabric semantic model planning. EMP002 contributes to ast emp002 01 through recurring collaboration, clear ownership boundaries, and measurable outcomes. The team captures decisions, open issues, and handoffs so that knowledge remains discoverable for future programs.</a:t>
            </a:r>
          </a:p>
          <a:p>
            <a:pPr lvl="1"/>
            <a:r>
              <a:t>Section 3: Data quality remediation. EMP002 contributes to ast emp002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Emp002 01 - EMP002</a:t>
            </a:r>
          </a:p>
        </p:txBody>
      </p:sp>
      <p:sp>
        <p:nvSpPr>
          <p:cNvPr id="3" name="Content Placeholder 2"/>
          <p:cNvSpPr>
            <a:spLocks noGrp="1"/>
          </p:cNvSpPr>
          <p:nvPr>
            <p:ph idx="1"/>
          </p:nvPr>
        </p:nvSpPr>
        <p:spPr/>
        <p:txBody>
          <a:bodyPr/>
          <a:lstStyle/>
          <a:p>
            <a:r>
              <a:t>Slide 5: Executive Summary</a:t>
            </a:r>
          </a:p>
          <a:p>
            <a:pPr lvl="1"/>
            <a:r>
              <a:t>Section 1: Department KPI performance. EMP002 contributes to ast emp002 01 through recurring collaboration, clear ownership boundaries, and measurable outcomes. The team captures decisions, open issues, and handoffs so that knowledge remains discoverable for future programs.</a:t>
            </a:r>
          </a:p>
          <a:p>
            <a:pPr lvl="1"/>
            <a:r>
              <a:t>Section 2: Fabric semantic model planning. EMP002 contributes to ast emp002 01 through recurring collaboration, clear ownership boundaries, and measurable outcomes. The team captures decisions, open issues, and handoffs so that knowledge remains discoverable for future programs.</a:t>
            </a:r>
          </a:p>
          <a:p>
            <a:pPr lvl="1"/>
            <a:r>
              <a:t>Section 3: Fabric semantic model planning. EMP002 contributes to ast emp002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