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11 - EMP002</a:t>
            </a:r>
          </a:p>
        </p:txBody>
      </p:sp>
      <p:sp>
        <p:nvSpPr>
          <p:cNvPr id="3" name="Content Placeholder 2"/>
          <p:cNvSpPr>
            <a:spLocks noGrp="1"/>
          </p:cNvSpPr>
          <p:nvPr>
            <p:ph idx="1"/>
          </p:nvPr>
        </p:nvSpPr>
        <p:spPr/>
        <p:txBody>
          <a:bodyPr/>
          <a:lstStyle/>
          <a:p>
            <a:r>
              <a:t>Slide 1: Executive Summary</a:t>
            </a:r>
          </a:p>
          <a:p>
            <a:pPr lvl="1"/>
            <a:r>
              <a:t>Section 1: Data quality remediation. EMP002 contributes to ast emp002 11 through recurring collaboration, clear ownership boundaries, and measurable outcomes. The team captures decisions, open issues, and handoffs so that knowledge remains discoverable for future programs.</a:t>
            </a:r>
          </a:p>
          <a:p>
            <a:pPr lvl="1"/>
            <a:r>
              <a:t>Section 2: Quarterly delivery milestones. EMP002 contributes to ast emp002 11 through recurring collaboration, clear ownership boundaries, and measurable outcomes. The team captures decisions, open issues, and handoffs so that knowledge remains discoverable for future programs.</a:t>
            </a:r>
          </a:p>
          <a:p>
            <a:pPr lvl="1"/>
            <a:r>
              <a:t>Section 3: Data quality remediation. EMP002 contributes to ast emp002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11 - EMP002</a:t>
            </a:r>
          </a:p>
        </p:txBody>
      </p:sp>
      <p:sp>
        <p:nvSpPr>
          <p:cNvPr id="3" name="Content Placeholder 2"/>
          <p:cNvSpPr>
            <a:spLocks noGrp="1"/>
          </p:cNvSpPr>
          <p:nvPr>
            <p:ph idx="1"/>
          </p:nvPr>
        </p:nvSpPr>
        <p:spPr/>
        <p:txBody>
          <a:bodyPr/>
          <a:lstStyle/>
          <a:p>
            <a:r>
              <a:t>Slide 2: Executive Summary</a:t>
            </a:r>
          </a:p>
          <a:p>
            <a:pPr lvl="1"/>
            <a:r>
              <a:t>Section 1: Department KPI performance. EMP002 contributes to ast emp002 11 through recurring collaboration, clear ownership boundaries, and measurable outcomes. The team captures decisions, open issues, and handoffs so that knowledge remains discoverable for future programs.</a:t>
            </a:r>
          </a:p>
          <a:p>
            <a:pPr lvl="1"/>
            <a:r>
              <a:t>Section 2: Knowledge transfer and onboarding. EMP002 contributes to ast emp002 11 through recurring collaboration, clear ownership boundaries, and measurable outcomes. The team captures decisions, open issues, and handoffs so that knowledge remains discoverable for future programs.</a:t>
            </a:r>
          </a:p>
          <a:p>
            <a:pPr lvl="1"/>
            <a:r>
              <a:t>Section 3: Knowledge transfer and onboarding. EMP002 contributes to ast emp002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11 - EMP002</a:t>
            </a:r>
          </a:p>
        </p:txBody>
      </p:sp>
      <p:sp>
        <p:nvSpPr>
          <p:cNvPr id="3" name="Content Placeholder 2"/>
          <p:cNvSpPr>
            <a:spLocks noGrp="1"/>
          </p:cNvSpPr>
          <p:nvPr>
            <p:ph idx="1"/>
          </p:nvPr>
        </p:nvSpPr>
        <p:spPr/>
        <p:txBody>
          <a:bodyPr/>
          <a:lstStyle/>
          <a:p>
            <a:r>
              <a:t>Slide 3: Executive Summary</a:t>
            </a:r>
          </a:p>
          <a:p>
            <a:pPr lvl="1"/>
            <a:r>
              <a:t>Section 1: Quarterly delivery milestones. EMP002 contributes to ast emp002 11 through recurring collaboration, clear ownership boundaries, and measurable outcomes. The team captures decisions, open issues, and handoffs so that knowledge remains discoverable for future programs.</a:t>
            </a:r>
          </a:p>
          <a:p>
            <a:pPr lvl="1"/>
            <a:r>
              <a:t>Section 2: Customer escalation analysis. EMP002 contributes to ast emp002 11 through recurring collaboration, clear ownership boundaries, and measurable outcomes. The team captures decisions, open issues, and handoffs so that knowledge remains discoverable for future programs.</a:t>
            </a:r>
          </a:p>
          <a:p>
            <a:pPr lvl="1"/>
            <a:r>
              <a:t>Section 3: Knowledge transfer and onboarding. EMP002 contributes to ast emp002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11 - EMP002</a:t>
            </a:r>
          </a:p>
        </p:txBody>
      </p:sp>
      <p:sp>
        <p:nvSpPr>
          <p:cNvPr id="3" name="Content Placeholder 2"/>
          <p:cNvSpPr>
            <a:spLocks noGrp="1"/>
          </p:cNvSpPr>
          <p:nvPr>
            <p:ph idx="1"/>
          </p:nvPr>
        </p:nvSpPr>
        <p:spPr/>
        <p:txBody>
          <a:bodyPr/>
          <a:lstStyle/>
          <a:p>
            <a:r>
              <a:t>Slide 4: Executive Summary</a:t>
            </a:r>
          </a:p>
          <a:p>
            <a:pPr lvl="1"/>
            <a:r>
              <a:t>Section 1: Data quality remediation. EMP002 contributes to ast emp002 11 through recurring collaboration, clear ownership boundaries, and measurable outcomes. The team captures decisions, open issues, and handoffs so that knowledge remains discoverable for future programs.</a:t>
            </a:r>
          </a:p>
          <a:p>
            <a:pPr lvl="1"/>
            <a:r>
              <a:t>Section 2: Fabric semantic model planning. EMP002 contributes to ast emp002 11 through recurring collaboration, clear ownership boundaries, and measurable outcomes. The team captures decisions, open issues, and handoffs so that knowledge remains discoverable for future programs.</a:t>
            </a:r>
          </a:p>
          <a:p>
            <a:pPr lvl="1"/>
            <a:r>
              <a:t>Section 3: Fabric semantic model planning. EMP002 contributes to ast emp002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11 - EMP002</a:t>
            </a:r>
          </a:p>
        </p:txBody>
      </p:sp>
      <p:sp>
        <p:nvSpPr>
          <p:cNvPr id="3" name="Content Placeholder 2"/>
          <p:cNvSpPr>
            <a:spLocks noGrp="1"/>
          </p:cNvSpPr>
          <p:nvPr>
            <p:ph idx="1"/>
          </p:nvPr>
        </p:nvSpPr>
        <p:spPr/>
        <p:txBody>
          <a:bodyPr/>
          <a:lstStyle/>
          <a:p>
            <a:r>
              <a:t>Slide 5: Executive Summary</a:t>
            </a:r>
          </a:p>
          <a:p>
            <a:pPr lvl="1"/>
            <a:r>
              <a:t>Section 1: Customer escalation analysis. EMP002 contributes to ast emp002 11 through recurring collaboration, clear ownership boundaries, and measurable outcomes. The team captures decisions, open issues, and handoffs so that knowledge remains discoverable for future programs.</a:t>
            </a:r>
          </a:p>
          <a:p>
            <a:pPr lvl="1"/>
            <a:r>
              <a:t>Section 2: Fabric semantic model planning. EMP002 contributes to ast emp002 11 through recurring collaboration, clear ownership boundaries, and measurable outcomes. The team captures decisions, open issues, and handoffs so that knowledge remains discoverable for future programs.</a:t>
            </a:r>
          </a:p>
          <a:p>
            <a:pPr lvl="1"/>
            <a:r>
              <a:t>Section 3: Operational risk review. EMP002 contributes to ast emp002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