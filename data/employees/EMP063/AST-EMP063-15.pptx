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15 - EMP063</a:t>
            </a:r>
          </a:p>
        </p:txBody>
      </p:sp>
      <p:sp>
        <p:nvSpPr>
          <p:cNvPr id="3" name="Content Placeholder 2"/>
          <p:cNvSpPr>
            <a:spLocks noGrp="1"/>
          </p:cNvSpPr>
          <p:nvPr>
            <p:ph idx="1"/>
          </p:nvPr>
        </p:nvSpPr>
        <p:spPr/>
        <p:txBody>
          <a:bodyPr/>
          <a:lstStyle/>
          <a:p>
            <a:r>
              <a:t>Slide 1: Executive Summary</a:t>
            </a:r>
          </a:p>
          <a:p>
            <a:pPr lvl="1"/>
            <a:r>
              <a:t>Section 1: Customer escalation analysis. EMP063 contributes to ast emp063 15 through recurring collaboration, clear ownership boundaries, and measurable outcomes. The team captures decisions, open issues, and handoffs so that knowledge remains discoverable for future programs.</a:t>
            </a:r>
          </a:p>
          <a:p>
            <a:pPr lvl="1"/>
            <a:r>
              <a:t>Section 2: Department KPI performance. EMP063 contributes to ast emp063 15 through recurring collaboration, clear ownership boundaries, and measurable outcomes. The team captures decisions, open issues, and handoffs so that knowledge remains discoverable for future programs.</a:t>
            </a:r>
          </a:p>
          <a:p>
            <a:pPr lvl="1"/>
            <a:r>
              <a:t>Section 3: Knowledge transfer and onboarding. EMP063 contributes to ast emp063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15 - EMP063</a:t>
            </a:r>
          </a:p>
        </p:txBody>
      </p:sp>
      <p:sp>
        <p:nvSpPr>
          <p:cNvPr id="3" name="Content Placeholder 2"/>
          <p:cNvSpPr>
            <a:spLocks noGrp="1"/>
          </p:cNvSpPr>
          <p:nvPr>
            <p:ph idx="1"/>
          </p:nvPr>
        </p:nvSpPr>
        <p:spPr/>
        <p:txBody>
          <a:bodyPr/>
          <a:lstStyle/>
          <a:p>
            <a:r>
              <a:t>Slide 2: Executive Summary</a:t>
            </a:r>
          </a:p>
          <a:p>
            <a:pPr lvl="1"/>
            <a:r>
              <a:t>Section 1: Knowledge transfer and onboarding. EMP063 contributes to ast emp063 15 through recurring collaboration, clear ownership boundaries, and measurable outcomes. The team captures decisions, open issues, and handoffs so that knowledge remains discoverable for future programs.</a:t>
            </a:r>
          </a:p>
          <a:p>
            <a:pPr lvl="1"/>
            <a:r>
              <a:t>Section 2: Customer escalation analysis. EMP063 contributes to ast emp063 15 through recurring collaboration, clear ownership boundaries, and measurable outcomes. The team captures decisions, open issues, and handoffs so that knowledge remains discoverable for future programs.</a:t>
            </a:r>
          </a:p>
          <a:p>
            <a:pPr lvl="1"/>
            <a:r>
              <a:t>Section 3: Quarterly delivery milestones. EMP063 contributes to ast emp063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15 - EMP063</a:t>
            </a:r>
          </a:p>
        </p:txBody>
      </p:sp>
      <p:sp>
        <p:nvSpPr>
          <p:cNvPr id="3" name="Content Placeholder 2"/>
          <p:cNvSpPr>
            <a:spLocks noGrp="1"/>
          </p:cNvSpPr>
          <p:nvPr>
            <p:ph idx="1"/>
          </p:nvPr>
        </p:nvSpPr>
        <p:spPr/>
        <p:txBody>
          <a:bodyPr/>
          <a:lstStyle/>
          <a:p>
            <a:r>
              <a:t>Slide 3: Executive Summary</a:t>
            </a:r>
          </a:p>
          <a:p>
            <a:pPr lvl="1"/>
            <a:r>
              <a:t>Section 1: Automation backlog refinement. EMP063 contributes to ast emp063 15 through recurring collaboration, clear ownership boundaries, and measurable outcomes. The team captures decisions, open issues, and handoffs so that knowledge remains discoverable for future programs.</a:t>
            </a:r>
          </a:p>
          <a:p>
            <a:pPr lvl="1"/>
            <a:r>
              <a:t>Section 2: Automation backlog refinement. EMP063 contributes to ast emp063 15 through recurring collaboration, clear ownership boundaries, and measurable outcomes. The team captures decisions, open issues, and handoffs so that knowledge remains discoverable for future programs.</a:t>
            </a:r>
          </a:p>
          <a:p>
            <a:pPr lvl="1"/>
            <a:r>
              <a:t>Section 3: Data quality remediation. EMP063 contributes to ast emp063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15 - EMP063</a:t>
            </a:r>
          </a:p>
        </p:txBody>
      </p:sp>
      <p:sp>
        <p:nvSpPr>
          <p:cNvPr id="3" name="Content Placeholder 2"/>
          <p:cNvSpPr>
            <a:spLocks noGrp="1"/>
          </p:cNvSpPr>
          <p:nvPr>
            <p:ph idx="1"/>
          </p:nvPr>
        </p:nvSpPr>
        <p:spPr/>
        <p:txBody>
          <a:bodyPr/>
          <a:lstStyle/>
          <a:p>
            <a:r>
              <a:t>Slide 4: Executive Summary</a:t>
            </a:r>
          </a:p>
          <a:p>
            <a:pPr lvl="1"/>
            <a:r>
              <a:t>Section 1: Fabric semantic model planning. EMP063 contributes to ast emp063 15 through recurring collaboration, clear ownership boundaries, and measurable outcomes. The team captures decisions, open issues, and handoffs so that knowledge remains discoverable for future programs.</a:t>
            </a:r>
          </a:p>
          <a:p>
            <a:pPr lvl="1"/>
            <a:r>
              <a:t>Section 2: Fabric semantic model planning. EMP063 contributes to ast emp063 15 through recurring collaboration, clear ownership boundaries, and measurable outcomes. The team captures decisions, open issues, and handoffs so that knowledge remains discoverable for future programs.</a:t>
            </a:r>
          </a:p>
          <a:p>
            <a:pPr lvl="1"/>
            <a:r>
              <a:t>Section 3: Data quality remediation. EMP063 contributes to ast emp063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Emp063 15 - EMP063</a:t>
            </a:r>
          </a:p>
        </p:txBody>
      </p:sp>
      <p:sp>
        <p:nvSpPr>
          <p:cNvPr id="3" name="Content Placeholder 2"/>
          <p:cNvSpPr>
            <a:spLocks noGrp="1"/>
          </p:cNvSpPr>
          <p:nvPr>
            <p:ph idx="1"/>
          </p:nvPr>
        </p:nvSpPr>
        <p:spPr/>
        <p:txBody>
          <a:bodyPr/>
          <a:lstStyle/>
          <a:p>
            <a:r>
              <a:t>Slide 5: Executive Summary</a:t>
            </a:r>
          </a:p>
          <a:p>
            <a:pPr lvl="1"/>
            <a:r>
              <a:t>Section 1: Department KPI performance. EMP063 contributes to ast emp063 15 through recurring collaboration, clear ownership boundaries, and measurable outcomes. The team captures decisions, open issues, and handoffs so that knowledge remains discoverable for future programs.</a:t>
            </a:r>
          </a:p>
          <a:p>
            <a:pPr lvl="1"/>
            <a:r>
              <a:t>Section 2: Data quality remediation. EMP063 contributes to ast emp063 15 through recurring collaboration, clear ownership boundaries, and measurable outcomes. The team captures decisions, open issues, and handoffs so that knowledge remains discoverable for future programs.</a:t>
            </a:r>
          </a:p>
          <a:p>
            <a:pPr lvl="1"/>
            <a:r>
              <a:t>Section 3: Fabric semantic model planning. EMP063 contributes to ast emp063 15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