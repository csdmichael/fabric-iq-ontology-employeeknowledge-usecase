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Alex Garcia | Architect | Manufacturing</a:t>
            </a:r>
          </a:p>
          <a:p>
            <a:r>
              <a:t>Prepared: 2025-03-24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Line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Production Line Efficiency for Manufacturing department.</a:t>
            </a:r>
          </a:p>
          <a:p>
            <a:r>
              <a:t>Responsible: Alex Garcia (Architect)</a:t>
            </a:r>
          </a:p>
          <a:p>
            <a:r>
              <a:t>Location: Bengaluru | Skills: SQL, Fabric, Ontology, TypeScript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OEE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Equipment OEE Metrics for Manufacturing department.</a:t>
            </a:r>
          </a:p>
          <a:p>
            <a:r>
              <a:t>Responsible: Alex Garcia (Architect)</a:t>
            </a:r>
          </a:p>
          <a:p>
            <a:r>
              <a:t>Location: Bengaluru | Skills: SQL, Fabric, Ontology,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Compliance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Safety Compliance Update for Manufacturing department.</a:t>
            </a:r>
          </a:p>
          <a:p>
            <a:r>
              <a:t>Responsible: Alex Garcia (Architect)</a:t>
            </a:r>
          </a:p>
          <a:p>
            <a:r>
              <a:t>Location: Bengaluru | Skills: SQL, Fabric, Ontology,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