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Emp081 30 - EMP081</a:t>
            </a:r>
          </a:p>
        </p:txBody>
      </p:sp>
      <p:sp>
        <p:nvSpPr>
          <p:cNvPr id="3" name="Content Placeholder 2"/>
          <p:cNvSpPr>
            <a:spLocks noGrp="1"/>
          </p:cNvSpPr>
          <p:nvPr>
            <p:ph idx="1"/>
          </p:nvPr>
        </p:nvSpPr>
        <p:spPr/>
        <p:txBody>
          <a:bodyPr/>
          <a:lstStyle/>
          <a:p>
            <a:r>
              <a:t>Slide 1: Executive Summary</a:t>
            </a:r>
          </a:p>
          <a:p>
            <a:pPr lvl="1"/>
            <a:r>
              <a:t>Section 1: Automation backlog refinement. EMP081 contributes to ast emp081 30 through recurring collaboration, clear ownership boundaries, and measurable outcomes. The team captures decisions, open issues, and handoffs so that knowledge remains discoverable for future programs.</a:t>
            </a:r>
          </a:p>
          <a:p>
            <a:pPr lvl="1"/>
            <a:r>
              <a:t>Section 2: Operational risk review. EMP081 contributes to ast emp081 30 through recurring collaboration, clear ownership boundaries, and measurable outcomes. The team captures decisions, open issues, and handoffs so that knowledge remains discoverable for future programs.</a:t>
            </a:r>
          </a:p>
          <a:p>
            <a:pPr lvl="1"/>
            <a:r>
              <a:t>Section 3: Department KPI performance. EMP081 contributes to ast emp081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Emp081 30 - EMP081</a:t>
            </a:r>
          </a:p>
        </p:txBody>
      </p:sp>
      <p:sp>
        <p:nvSpPr>
          <p:cNvPr id="3" name="Content Placeholder 2"/>
          <p:cNvSpPr>
            <a:spLocks noGrp="1"/>
          </p:cNvSpPr>
          <p:nvPr>
            <p:ph idx="1"/>
          </p:nvPr>
        </p:nvSpPr>
        <p:spPr/>
        <p:txBody>
          <a:bodyPr/>
          <a:lstStyle/>
          <a:p>
            <a:r>
              <a:t>Slide 2: Executive Summary</a:t>
            </a:r>
          </a:p>
          <a:p>
            <a:pPr lvl="1"/>
            <a:r>
              <a:t>Section 1: Quarterly delivery milestones. EMP081 contributes to ast emp081 30 through recurring collaboration, clear ownership boundaries, and measurable outcomes. The team captures decisions, open issues, and handoffs so that knowledge remains discoverable for future programs.</a:t>
            </a:r>
          </a:p>
          <a:p>
            <a:pPr lvl="1"/>
            <a:r>
              <a:t>Section 2: Operational risk review. EMP081 contributes to ast emp081 30 through recurring collaboration, clear ownership boundaries, and measurable outcomes. The team captures decisions, open issues, and handoffs so that knowledge remains discoverable for future programs.</a:t>
            </a:r>
          </a:p>
          <a:p>
            <a:pPr lvl="1"/>
            <a:r>
              <a:t>Section 3: Operational risk review. EMP081 contributes to ast emp081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Emp081 30 - EMP081</a:t>
            </a:r>
          </a:p>
        </p:txBody>
      </p:sp>
      <p:sp>
        <p:nvSpPr>
          <p:cNvPr id="3" name="Content Placeholder 2"/>
          <p:cNvSpPr>
            <a:spLocks noGrp="1"/>
          </p:cNvSpPr>
          <p:nvPr>
            <p:ph idx="1"/>
          </p:nvPr>
        </p:nvSpPr>
        <p:spPr/>
        <p:txBody>
          <a:bodyPr/>
          <a:lstStyle/>
          <a:p>
            <a:r>
              <a:t>Slide 3: Executive Summary</a:t>
            </a:r>
          </a:p>
          <a:p>
            <a:pPr lvl="1"/>
            <a:r>
              <a:t>Section 1: Data quality remediation. EMP081 contributes to ast emp081 30 through recurring collaboration, clear ownership boundaries, and measurable outcomes. The team captures decisions, open issues, and handoffs so that knowledge remains discoverable for future programs.</a:t>
            </a:r>
          </a:p>
          <a:p>
            <a:pPr lvl="1"/>
            <a:r>
              <a:t>Section 2: Department KPI performance. EMP081 contributes to ast emp081 30 through recurring collaboration, clear ownership boundaries, and measurable outcomes. The team captures decisions, open issues, and handoffs so that knowledge remains discoverable for future programs.</a:t>
            </a:r>
          </a:p>
          <a:p>
            <a:pPr lvl="1"/>
            <a:r>
              <a:t>Section 3: Department KPI performance. EMP081 contributes to ast emp081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Emp081 30 - EMP081</a:t>
            </a:r>
          </a:p>
        </p:txBody>
      </p:sp>
      <p:sp>
        <p:nvSpPr>
          <p:cNvPr id="3" name="Content Placeholder 2"/>
          <p:cNvSpPr>
            <a:spLocks noGrp="1"/>
          </p:cNvSpPr>
          <p:nvPr>
            <p:ph idx="1"/>
          </p:nvPr>
        </p:nvSpPr>
        <p:spPr/>
        <p:txBody>
          <a:bodyPr/>
          <a:lstStyle/>
          <a:p>
            <a:r>
              <a:t>Slide 4: Executive Summary</a:t>
            </a:r>
          </a:p>
          <a:p>
            <a:pPr lvl="1"/>
            <a:r>
              <a:t>Section 1: Fabric semantic model planning. EMP081 contributes to ast emp081 30 through recurring collaboration, clear ownership boundaries, and measurable outcomes. The team captures decisions, open issues, and handoffs so that knowledge remains discoverable for future programs.</a:t>
            </a:r>
          </a:p>
          <a:p>
            <a:pPr lvl="1"/>
            <a:r>
              <a:t>Section 2: Automation backlog refinement. EMP081 contributes to ast emp081 30 through recurring collaboration, clear ownership boundaries, and measurable outcomes. The team captures decisions, open issues, and handoffs so that knowledge remains discoverable for future programs.</a:t>
            </a:r>
          </a:p>
          <a:p>
            <a:pPr lvl="1"/>
            <a:r>
              <a:t>Section 3: Operational risk review. EMP081 contributes to ast emp081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Emp081 30 - EMP081</a:t>
            </a:r>
          </a:p>
        </p:txBody>
      </p:sp>
      <p:sp>
        <p:nvSpPr>
          <p:cNvPr id="3" name="Content Placeholder 2"/>
          <p:cNvSpPr>
            <a:spLocks noGrp="1"/>
          </p:cNvSpPr>
          <p:nvPr>
            <p:ph idx="1"/>
          </p:nvPr>
        </p:nvSpPr>
        <p:spPr/>
        <p:txBody>
          <a:bodyPr/>
          <a:lstStyle/>
          <a:p>
            <a:r>
              <a:t>Slide 5: Executive Summary</a:t>
            </a:r>
          </a:p>
          <a:p>
            <a:pPr lvl="1"/>
            <a:r>
              <a:t>Section 1: Data quality remediation. EMP081 contributes to ast emp081 30 through recurring collaboration, clear ownership boundaries, and measurable outcomes. The team captures decisions, open issues, and handoffs so that knowledge remains discoverable for future programs.</a:t>
            </a:r>
          </a:p>
          <a:p>
            <a:pPr lvl="1"/>
            <a:r>
              <a:t>Section 2: Automation backlog refinement. EMP081 contributes to ast emp081 30 through recurring collaboration, clear ownership boundaries, and measurable outcomes. The team captures decisions, open issues, and handoffs so that knowledge remains discoverable for future programs.</a:t>
            </a:r>
          </a:p>
          <a:p>
            <a:pPr lvl="1"/>
            <a:r>
              <a:t>Section 3: Data quality remediation. EMP081 contributes to ast emp081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