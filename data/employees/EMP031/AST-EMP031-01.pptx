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Emp031 01 - EMP031</a:t>
            </a:r>
          </a:p>
        </p:txBody>
      </p:sp>
      <p:sp>
        <p:nvSpPr>
          <p:cNvPr id="3" name="Content Placeholder 2"/>
          <p:cNvSpPr>
            <a:spLocks noGrp="1"/>
          </p:cNvSpPr>
          <p:nvPr>
            <p:ph idx="1"/>
          </p:nvPr>
        </p:nvSpPr>
        <p:spPr/>
        <p:txBody>
          <a:bodyPr/>
          <a:lstStyle/>
          <a:p>
            <a:r>
              <a:t>Slide 1: Executive Summary</a:t>
            </a:r>
          </a:p>
          <a:p>
            <a:pPr lvl="1"/>
            <a:r>
              <a:t>Section 1: Knowledge transfer and onboarding. EMP031 contributes to ast emp031 01 through recurring collaboration, clear ownership boundaries, and measurable outcomes. The team captures decisions, open issues, and handoffs so that knowledge remains discoverable for future programs.</a:t>
            </a:r>
          </a:p>
          <a:p>
            <a:pPr lvl="1"/>
            <a:r>
              <a:t>Section 2: Quarterly delivery milestones. EMP031 contributes to ast emp031 01 through recurring collaboration, clear ownership boundaries, and measurable outcomes. The team captures decisions, open issues, and handoffs so that knowledge remains discoverable for future programs.</a:t>
            </a:r>
          </a:p>
          <a:p>
            <a:pPr lvl="1"/>
            <a:r>
              <a:t>Section 3: Fabric semantic model planning. EMP031 contributes to ast emp031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Emp031 01 - EMP031</a:t>
            </a:r>
          </a:p>
        </p:txBody>
      </p:sp>
      <p:sp>
        <p:nvSpPr>
          <p:cNvPr id="3" name="Content Placeholder 2"/>
          <p:cNvSpPr>
            <a:spLocks noGrp="1"/>
          </p:cNvSpPr>
          <p:nvPr>
            <p:ph idx="1"/>
          </p:nvPr>
        </p:nvSpPr>
        <p:spPr/>
        <p:txBody>
          <a:bodyPr/>
          <a:lstStyle/>
          <a:p>
            <a:r>
              <a:t>Slide 2: Executive Summary</a:t>
            </a:r>
          </a:p>
          <a:p>
            <a:pPr lvl="1"/>
            <a:r>
              <a:t>Section 1: Department KPI performance. EMP031 contributes to ast emp031 01 through recurring collaboration, clear ownership boundaries, and measurable outcomes. The team captures decisions, open issues, and handoffs so that knowledge remains discoverable for future programs.</a:t>
            </a:r>
          </a:p>
          <a:p>
            <a:pPr lvl="1"/>
            <a:r>
              <a:t>Section 2: Knowledge transfer and onboarding. EMP031 contributes to ast emp031 01 through recurring collaboration, clear ownership boundaries, and measurable outcomes. The team captures decisions, open issues, and handoffs so that knowledge remains discoverable for future programs.</a:t>
            </a:r>
          </a:p>
          <a:p>
            <a:pPr lvl="1"/>
            <a:r>
              <a:t>Section 3: Department KPI performance. EMP031 contributes to ast emp031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Emp031 01 - EMP031</a:t>
            </a:r>
          </a:p>
        </p:txBody>
      </p:sp>
      <p:sp>
        <p:nvSpPr>
          <p:cNvPr id="3" name="Content Placeholder 2"/>
          <p:cNvSpPr>
            <a:spLocks noGrp="1"/>
          </p:cNvSpPr>
          <p:nvPr>
            <p:ph idx="1"/>
          </p:nvPr>
        </p:nvSpPr>
        <p:spPr/>
        <p:txBody>
          <a:bodyPr/>
          <a:lstStyle/>
          <a:p>
            <a:r>
              <a:t>Slide 3: Executive Summary</a:t>
            </a:r>
          </a:p>
          <a:p>
            <a:pPr lvl="1"/>
            <a:r>
              <a:t>Section 1: Data quality remediation. EMP031 contributes to ast emp031 01 through recurring collaboration, clear ownership boundaries, and measurable outcomes. The team captures decisions, open issues, and handoffs so that knowledge remains discoverable for future programs.</a:t>
            </a:r>
          </a:p>
          <a:p>
            <a:pPr lvl="1"/>
            <a:r>
              <a:t>Section 2: Data quality remediation. EMP031 contributes to ast emp031 01 through recurring collaboration, clear ownership boundaries, and measurable outcomes. The team captures decisions, open issues, and handoffs so that knowledge remains discoverable for future programs.</a:t>
            </a:r>
          </a:p>
          <a:p>
            <a:pPr lvl="1"/>
            <a:r>
              <a:t>Section 3: Fabric semantic model planning. EMP031 contributes to ast emp031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Emp031 01 - EMP031</a:t>
            </a:r>
          </a:p>
        </p:txBody>
      </p:sp>
      <p:sp>
        <p:nvSpPr>
          <p:cNvPr id="3" name="Content Placeholder 2"/>
          <p:cNvSpPr>
            <a:spLocks noGrp="1"/>
          </p:cNvSpPr>
          <p:nvPr>
            <p:ph idx="1"/>
          </p:nvPr>
        </p:nvSpPr>
        <p:spPr/>
        <p:txBody>
          <a:bodyPr/>
          <a:lstStyle/>
          <a:p>
            <a:r>
              <a:t>Slide 4: Executive Summary</a:t>
            </a:r>
          </a:p>
          <a:p>
            <a:pPr lvl="1"/>
            <a:r>
              <a:t>Section 1: Fabric semantic model planning. EMP031 contributes to ast emp031 01 through recurring collaboration, clear ownership boundaries, and measurable outcomes. The team captures decisions, open issues, and handoffs so that knowledge remains discoverable for future programs.</a:t>
            </a:r>
          </a:p>
          <a:p>
            <a:pPr lvl="1"/>
            <a:r>
              <a:t>Section 2: Knowledge transfer and onboarding. EMP031 contributes to ast emp031 01 through recurring collaboration, clear ownership boundaries, and measurable outcomes. The team captures decisions, open issues, and handoffs so that knowledge remains discoverable for future programs.</a:t>
            </a:r>
          </a:p>
          <a:p>
            <a:pPr lvl="1"/>
            <a:r>
              <a:t>Section 3: Automation backlog refinement. EMP031 contributes to ast emp031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Emp031 01 - EMP031</a:t>
            </a:r>
          </a:p>
        </p:txBody>
      </p:sp>
      <p:sp>
        <p:nvSpPr>
          <p:cNvPr id="3" name="Content Placeholder 2"/>
          <p:cNvSpPr>
            <a:spLocks noGrp="1"/>
          </p:cNvSpPr>
          <p:nvPr>
            <p:ph idx="1"/>
          </p:nvPr>
        </p:nvSpPr>
        <p:spPr/>
        <p:txBody>
          <a:bodyPr/>
          <a:lstStyle/>
          <a:p>
            <a:r>
              <a:t>Slide 5: Executive Summary</a:t>
            </a:r>
          </a:p>
          <a:p>
            <a:pPr lvl="1"/>
            <a:r>
              <a:t>Section 1: Automation backlog refinement. EMP031 contributes to ast emp031 01 through recurring collaboration, clear ownership boundaries, and measurable outcomes. The team captures decisions, open issues, and handoffs so that knowledge remains discoverable for future programs.</a:t>
            </a:r>
          </a:p>
          <a:p>
            <a:pPr lvl="1"/>
            <a:r>
              <a:t>Section 2: Automation backlog refinement. EMP031 contributes to ast emp031 01 through recurring collaboration, clear ownership boundaries, and measurable outcomes. The team captures decisions, open issues, and handoffs so that knowledge remains discoverable for future programs.</a:t>
            </a:r>
          </a:p>
          <a:p>
            <a:pPr lvl="1"/>
            <a:r>
              <a:t>Section 3: Department KPI performance. EMP031 contributes to ast emp031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