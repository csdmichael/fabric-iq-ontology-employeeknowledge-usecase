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Emp046 33 - EMP046</a:t>
            </a:r>
          </a:p>
        </p:txBody>
      </p:sp>
      <p:sp>
        <p:nvSpPr>
          <p:cNvPr id="3" name="Content Placeholder 2"/>
          <p:cNvSpPr>
            <a:spLocks noGrp="1"/>
          </p:cNvSpPr>
          <p:nvPr>
            <p:ph idx="1"/>
          </p:nvPr>
        </p:nvSpPr>
        <p:spPr/>
        <p:txBody>
          <a:bodyPr/>
          <a:lstStyle/>
          <a:p>
            <a:r>
              <a:t>Slide 1: Executive Summary</a:t>
            </a:r>
          </a:p>
          <a:p>
            <a:pPr lvl="1"/>
            <a:r>
              <a:t>Section 1: Department KPI performance. EMP046 contributes to ast emp046 33 through recurring collaboration, clear ownership boundaries, and measurable outcomes. The team captures decisions, open issues, and handoffs so that knowledge remains discoverable for future programs.</a:t>
            </a:r>
          </a:p>
          <a:p>
            <a:pPr lvl="1"/>
            <a:r>
              <a:t>Section 2: Quarterly delivery milestones. EMP046 contributes to ast emp046 33 through recurring collaboration, clear ownership boundaries, and measurable outcomes. The team captures decisions, open issues, and handoffs so that knowledge remains discoverable for future programs.</a:t>
            </a:r>
          </a:p>
          <a:p>
            <a:pPr lvl="1"/>
            <a:r>
              <a:t>Section 3: Automation backlog refinement. EMP046 contributes to ast emp046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Emp046 33 - EMP046</a:t>
            </a:r>
          </a:p>
        </p:txBody>
      </p:sp>
      <p:sp>
        <p:nvSpPr>
          <p:cNvPr id="3" name="Content Placeholder 2"/>
          <p:cNvSpPr>
            <a:spLocks noGrp="1"/>
          </p:cNvSpPr>
          <p:nvPr>
            <p:ph idx="1"/>
          </p:nvPr>
        </p:nvSpPr>
        <p:spPr/>
        <p:txBody>
          <a:bodyPr/>
          <a:lstStyle/>
          <a:p>
            <a:r>
              <a:t>Slide 2: Executive Summary</a:t>
            </a:r>
          </a:p>
          <a:p>
            <a:pPr lvl="1"/>
            <a:r>
              <a:t>Section 1: Data quality remediation. EMP046 contributes to ast emp046 33 through recurring collaboration, clear ownership boundaries, and measurable outcomes. The team captures decisions, open issues, and handoffs so that knowledge remains discoverable for future programs.</a:t>
            </a:r>
          </a:p>
          <a:p>
            <a:pPr lvl="1"/>
            <a:r>
              <a:t>Section 2: Fabric semantic model planning. EMP046 contributes to ast emp046 33 through recurring collaboration, clear ownership boundaries, and measurable outcomes. The team captures decisions, open issues, and handoffs so that knowledge remains discoverable for future programs.</a:t>
            </a:r>
          </a:p>
          <a:p>
            <a:pPr lvl="1"/>
            <a:r>
              <a:t>Section 3: Knowledge transfer and onboarding. EMP046 contributes to ast emp046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Emp046 33 - EMP046</a:t>
            </a:r>
          </a:p>
        </p:txBody>
      </p:sp>
      <p:sp>
        <p:nvSpPr>
          <p:cNvPr id="3" name="Content Placeholder 2"/>
          <p:cNvSpPr>
            <a:spLocks noGrp="1"/>
          </p:cNvSpPr>
          <p:nvPr>
            <p:ph idx="1"/>
          </p:nvPr>
        </p:nvSpPr>
        <p:spPr/>
        <p:txBody>
          <a:bodyPr/>
          <a:lstStyle/>
          <a:p>
            <a:r>
              <a:t>Slide 3: Executive Summary</a:t>
            </a:r>
          </a:p>
          <a:p>
            <a:pPr lvl="1"/>
            <a:r>
              <a:t>Section 1: Department KPI performance. EMP046 contributes to ast emp046 33 through recurring collaboration, clear ownership boundaries, and measurable outcomes. The team captures decisions, open issues, and handoffs so that knowledge remains discoverable for future programs.</a:t>
            </a:r>
          </a:p>
          <a:p>
            <a:pPr lvl="1"/>
            <a:r>
              <a:t>Section 2: Customer escalation analysis. EMP046 contributes to ast emp046 33 through recurring collaboration, clear ownership boundaries, and measurable outcomes. The team captures decisions, open issues, and handoffs so that knowledge remains discoverable for future programs.</a:t>
            </a:r>
          </a:p>
          <a:p>
            <a:pPr lvl="1"/>
            <a:r>
              <a:t>Section 3: Department KPI performance. EMP046 contributes to ast emp046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Emp046 33 - EMP046</a:t>
            </a:r>
          </a:p>
        </p:txBody>
      </p:sp>
      <p:sp>
        <p:nvSpPr>
          <p:cNvPr id="3" name="Content Placeholder 2"/>
          <p:cNvSpPr>
            <a:spLocks noGrp="1"/>
          </p:cNvSpPr>
          <p:nvPr>
            <p:ph idx="1"/>
          </p:nvPr>
        </p:nvSpPr>
        <p:spPr/>
        <p:txBody>
          <a:bodyPr/>
          <a:lstStyle/>
          <a:p>
            <a:r>
              <a:t>Slide 4: Executive Summary</a:t>
            </a:r>
          </a:p>
          <a:p>
            <a:pPr lvl="1"/>
            <a:r>
              <a:t>Section 1: Fabric semantic model planning. EMP046 contributes to ast emp046 33 through recurring collaboration, clear ownership boundaries, and measurable outcomes. The team captures decisions, open issues, and handoffs so that knowledge remains discoverable for future programs.</a:t>
            </a:r>
          </a:p>
          <a:p>
            <a:pPr lvl="1"/>
            <a:r>
              <a:t>Section 2: Customer escalation analysis. EMP046 contributes to ast emp046 33 through recurring collaboration, clear ownership boundaries, and measurable outcomes. The team captures decisions, open issues, and handoffs so that knowledge remains discoverable for future programs.</a:t>
            </a:r>
          </a:p>
          <a:p>
            <a:pPr lvl="1"/>
            <a:r>
              <a:t>Section 3: Department KPI performance. EMP046 contributes to ast emp046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Emp046 33 - EMP046</a:t>
            </a:r>
          </a:p>
        </p:txBody>
      </p:sp>
      <p:sp>
        <p:nvSpPr>
          <p:cNvPr id="3" name="Content Placeholder 2"/>
          <p:cNvSpPr>
            <a:spLocks noGrp="1"/>
          </p:cNvSpPr>
          <p:nvPr>
            <p:ph idx="1"/>
          </p:nvPr>
        </p:nvSpPr>
        <p:spPr/>
        <p:txBody>
          <a:bodyPr/>
          <a:lstStyle/>
          <a:p>
            <a:r>
              <a:t>Slide 5: Executive Summary</a:t>
            </a:r>
          </a:p>
          <a:p>
            <a:pPr lvl="1"/>
            <a:r>
              <a:t>Section 1: Operational risk review. EMP046 contributes to ast emp046 33 through recurring collaboration, clear ownership boundaries, and measurable outcomes. The team captures decisions, open issues, and handoffs so that knowledge remains discoverable for future programs.</a:t>
            </a:r>
          </a:p>
          <a:p>
            <a:pPr lvl="1"/>
            <a:r>
              <a:t>Section 2: Operational risk review. EMP046 contributes to ast emp046 33 through recurring collaboration, clear ownership boundaries, and measurable outcomes. The team captures decisions, open issues, and handoffs so that knowledge remains discoverable for future programs.</a:t>
            </a:r>
          </a:p>
          <a:p>
            <a:pPr lvl="1"/>
            <a:r>
              <a:t>Section 3: Operational risk review. EMP046 contributes to ast emp046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