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Project update deck - EMP025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Casey Lee | Architect | Manufacturing</a:t>
            </a:r>
          </a:p>
          <a:p>
            <a:r>
              <a:t>Prepared: 2025-01-27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Production Line Efficiency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Production Line Efficiency for Manufacturing department.</a:t>
            </a:r>
          </a:p>
          <a:p>
            <a:r>
              <a:t>Responsible: Casey Lee (Architect)</a:t>
            </a:r>
          </a:p>
          <a:p>
            <a:r>
              <a:t>Location: Hsinchu | Skills: Ontology, Kusto, TypeScript, Fabric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Equipment OEE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Equipment OEE Metrics for Manufacturing department.</a:t>
            </a:r>
          </a:p>
          <a:p>
            <a:r>
              <a:t>Responsible: Casey Lee (Architect)</a:t>
            </a:r>
          </a:p>
          <a:p>
            <a:r>
              <a:t>Location: Hsinchu | Skills: Ontology, Kusto, TypeScript, Fabric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Safety Compliance Update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Safety Compliance Update for Manufacturing department.</a:t>
            </a:r>
          </a:p>
          <a:p>
            <a:r>
              <a:t>Responsible: Casey Lee (Architect)</a:t>
            </a:r>
          </a:p>
          <a:p>
            <a:r>
              <a:t>Location: Hsinchu | Skills: Ontology, Kusto, TypeScript, Fabric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