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Emp025 01 - EMP025</a:t>
            </a:r>
          </a:p>
        </p:txBody>
      </p:sp>
      <p:sp>
        <p:nvSpPr>
          <p:cNvPr id="3" name="Content Placeholder 2"/>
          <p:cNvSpPr>
            <a:spLocks noGrp="1"/>
          </p:cNvSpPr>
          <p:nvPr>
            <p:ph idx="1"/>
          </p:nvPr>
        </p:nvSpPr>
        <p:spPr/>
        <p:txBody>
          <a:bodyPr/>
          <a:lstStyle/>
          <a:p>
            <a:r>
              <a:t>Slide 1: Executive Summary</a:t>
            </a:r>
          </a:p>
          <a:p>
            <a:pPr lvl="1"/>
            <a:r>
              <a:t>Section 1: Data quality remediation. EMP025 contributes to ast emp025 01 through recurring collaboration, clear ownership boundaries, and measurable outcomes. The team captures decisions, open issues, and handoffs so that knowledge remains discoverable for future programs.</a:t>
            </a:r>
          </a:p>
          <a:p>
            <a:pPr lvl="1"/>
            <a:r>
              <a:t>Section 2: Quarterly delivery milestones. EMP025 contributes to ast emp025 01 through recurring collaboration, clear ownership boundaries, and measurable outcomes. The team captures decisions, open issues, and handoffs so that knowledge remains discoverable for future programs.</a:t>
            </a:r>
          </a:p>
          <a:p>
            <a:pPr lvl="1"/>
            <a:r>
              <a:t>Section 3: Quarterly delivery milestones. EMP025 contributes to ast emp025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Emp025 01 - EMP025</a:t>
            </a:r>
          </a:p>
        </p:txBody>
      </p:sp>
      <p:sp>
        <p:nvSpPr>
          <p:cNvPr id="3" name="Content Placeholder 2"/>
          <p:cNvSpPr>
            <a:spLocks noGrp="1"/>
          </p:cNvSpPr>
          <p:nvPr>
            <p:ph idx="1"/>
          </p:nvPr>
        </p:nvSpPr>
        <p:spPr/>
        <p:txBody>
          <a:bodyPr/>
          <a:lstStyle/>
          <a:p>
            <a:r>
              <a:t>Slide 2: Executive Summary</a:t>
            </a:r>
          </a:p>
          <a:p>
            <a:pPr lvl="1"/>
            <a:r>
              <a:t>Section 1: Customer escalation analysis. EMP025 contributes to ast emp025 01 through recurring collaboration, clear ownership boundaries, and measurable outcomes. The team captures decisions, open issues, and handoffs so that knowledge remains discoverable for future programs.</a:t>
            </a:r>
          </a:p>
          <a:p>
            <a:pPr lvl="1"/>
            <a:r>
              <a:t>Section 2: Quarterly delivery milestones. EMP025 contributes to ast emp025 01 through recurring collaboration, clear ownership boundaries, and measurable outcomes. The team captures decisions, open issues, and handoffs so that knowledge remains discoverable for future programs.</a:t>
            </a:r>
          </a:p>
          <a:p>
            <a:pPr lvl="1"/>
            <a:r>
              <a:t>Section 3: Data quality remediation. EMP025 contributes to ast emp025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Emp025 01 - EMP025</a:t>
            </a:r>
          </a:p>
        </p:txBody>
      </p:sp>
      <p:sp>
        <p:nvSpPr>
          <p:cNvPr id="3" name="Content Placeholder 2"/>
          <p:cNvSpPr>
            <a:spLocks noGrp="1"/>
          </p:cNvSpPr>
          <p:nvPr>
            <p:ph idx="1"/>
          </p:nvPr>
        </p:nvSpPr>
        <p:spPr/>
        <p:txBody>
          <a:bodyPr/>
          <a:lstStyle/>
          <a:p>
            <a:r>
              <a:t>Slide 3: Executive Summary</a:t>
            </a:r>
          </a:p>
          <a:p>
            <a:pPr lvl="1"/>
            <a:r>
              <a:t>Section 1: Knowledge transfer and onboarding. EMP025 contributes to ast emp025 01 through recurring collaboration, clear ownership boundaries, and measurable outcomes. The team captures decisions, open issues, and handoffs so that knowledge remains discoverable for future programs.</a:t>
            </a:r>
          </a:p>
          <a:p>
            <a:pPr lvl="1"/>
            <a:r>
              <a:t>Section 2: Customer escalation analysis. EMP025 contributes to ast emp025 01 through recurring collaboration, clear ownership boundaries, and measurable outcomes. The team captures decisions, open issues, and handoffs so that knowledge remains discoverable for future programs.</a:t>
            </a:r>
          </a:p>
          <a:p>
            <a:pPr lvl="1"/>
            <a:r>
              <a:t>Section 3: Operational risk review. EMP025 contributes to ast emp025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Emp025 01 - EMP025</a:t>
            </a:r>
          </a:p>
        </p:txBody>
      </p:sp>
      <p:sp>
        <p:nvSpPr>
          <p:cNvPr id="3" name="Content Placeholder 2"/>
          <p:cNvSpPr>
            <a:spLocks noGrp="1"/>
          </p:cNvSpPr>
          <p:nvPr>
            <p:ph idx="1"/>
          </p:nvPr>
        </p:nvSpPr>
        <p:spPr/>
        <p:txBody>
          <a:bodyPr/>
          <a:lstStyle/>
          <a:p>
            <a:r>
              <a:t>Slide 4: Executive Summary</a:t>
            </a:r>
          </a:p>
          <a:p>
            <a:pPr lvl="1"/>
            <a:r>
              <a:t>Section 1: Knowledge transfer and onboarding. EMP025 contributes to ast emp025 01 through recurring collaboration, clear ownership boundaries, and measurable outcomes. The team captures decisions, open issues, and handoffs so that knowledge remains discoverable for future programs.</a:t>
            </a:r>
          </a:p>
          <a:p>
            <a:pPr lvl="1"/>
            <a:r>
              <a:t>Section 2: Operational risk review. EMP025 contributes to ast emp025 01 through recurring collaboration, clear ownership boundaries, and measurable outcomes. The team captures decisions, open issues, and handoffs so that knowledge remains discoverable for future programs.</a:t>
            </a:r>
          </a:p>
          <a:p>
            <a:pPr lvl="1"/>
            <a:r>
              <a:t>Section 3: Data quality remediation. EMP025 contributes to ast emp025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Emp025 01 - EMP025</a:t>
            </a:r>
          </a:p>
        </p:txBody>
      </p:sp>
      <p:sp>
        <p:nvSpPr>
          <p:cNvPr id="3" name="Content Placeholder 2"/>
          <p:cNvSpPr>
            <a:spLocks noGrp="1"/>
          </p:cNvSpPr>
          <p:nvPr>
            <p:ph idx="1"/>
          </p:nvPr>
        </p:nvSpPr>
        <p:spPr/>
        <p:txBody>
          <a:bodyPr/>
          <a:lstStyle/>
          <a:p>
            <a:r>
              <a:t>Slide 5: Executive Summary</a:t>
            </a:r>
          </a:p>
          <a:p>
            <a:pPr lvl="1"/>
            <a:r>
              <a:t>Section 1: Fabric semantic model planning. EMP025 contributes to ast emp025 01 through recurring collaboration, clear ownership boundaries, and measurable outcomes. The team captures decisions, open issues, and handoffs so that knowledge remains discoverable for future programs.</a:t>
            </a:r>
          </a:p>
          <a:p>
            <a:pPr lvl="1"/>
            <a:r>
              <a:t>Section 2: Operational risk review. EMP025 contributes to ast emp025 01 through recurring collaboration, clear ownership boundaries, and measurable outcomes. The team captures decisions, open issues, and handoffs so that knowledge remains discoverable for future programs.</a:t>
            </a:r>
          </a:p>
          <a:p>
            <a:pPr lvl="1"/>
            <a:r>
              <a:t>Section 3: Department KPI performance. EMP025 contributes to ast emp025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