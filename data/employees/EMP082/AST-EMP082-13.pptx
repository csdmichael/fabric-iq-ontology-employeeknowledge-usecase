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Emp082 13 - EMP082</a:t>
            </a:r>
          </a:p>
        </p:txBody>
      </p:sp>
      <p:sp>
        <p:nvSpPr>
          <p:cNvPr id="3" name="Content Placeholder 2"/>
          <p:cNvSpPr>
            <a:spLocks noGrp="1"/>
          </p:cNvSpPr>
          <p:nvPr>
            <p:ph idx="1"/>
          </p:nvPr>
        </p:nvSpPr>
        <p:spPr/>
        <p:txBody>
          <a:bodyPr/>
          <a:lstStyle/>
          <a:p>
            <a:r>
              <a:t>Slide 1: Executive Summary</a:t>
            </a:r>
          </a:p>
          <a:p>
            <a:pPr lvl="1"/>
            <a:r>
              <a:t>Section 1: Quarterly delivery milestones. EMP082 contributes to ast emp082 13 through recurring collaboration, clear ownership boundaries, and measurable outcomes. The team captures decisions, open issues, and handoffs so that knowledge remains discoverable for future programs.</a:t>
            </a:r>
          </a:p>
          <a:p>
            <a:pPr lvl="1"/>
            <a:r>
              <a:t>Section 2: Quarterly delivery milestones. EMP082 contributes to ast emp082 13 through recurring collaboration, clear ownership boundaries, and measurable outcomes. The team captures decisions, open issues, and handoffs so that knowledge remains discoverable for future programs.</a:t>
            </a:r>
          </a:p>
          <a:p>
            <a:pPr lvl="1"/>
            <a:r>
              <a:t>Section 3: Operational risk review. EMP082 contributes to ast emp082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Emp082 13 - EMP082</a:t>
            </a:r>
          </a:p>
        </p:txBody>
      </p:sp>
      <p:sp>
        <p:nvSpPr>
          <p:cNvPr id="3" name="Content Placeholder 2"/>
          <p:cNvSpPr>
            <a:spLocks noGrp="1"/>
          </p:cNvSpPr>
          <p:nvPr>
            <p:ph idx="1"/>
          </p:nvPr>
        </p:nvSpPr>
        <p:spPr/>
        <p:txBody>
          <a:bodyPr/>
          <a:lstStyle/>
          <a:p>
            <a:r>
              <a:t>Slide 2: Executive Summary</a:t>
            </a:r>
          </a:p>
          <a:p>
            <a:pPr lvl="1"/>
            <a:r>
              <a:t>Section 1: Fabric semantic model planning. EMP082 contributes to ast emp082 13 through recurring collaboration, clear ownership boundaries, and measurable outcomes. The team captures decisions, open issues, and handoffs so that knowledge remains discoverable for future programs.</a:t>
            </a:r>
          </a:p>
          <a:p>
            <a:pPr lvl="1"/>
            <a:r>
              <a:t>Section 2: Data quality remediation. EMP082 contributes to ast emp082 13 through recurring collaboration, clear ownership boundaries, and measurable outcomes. The team captures decisions, open issues, and handoffs so that knowledge remains discoverable for future programs.</a:t>
            </a:r>
          </a:p>
          <a:p>
            <a:pPr lvl="1"/>
            <a:r>
              <a:t>Section 3: Operational risk review. EMP082 contributes to ast emp082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Emp082 13 - EMP082</a:t>
            </a:r>
          </a:p>
        </p:txBody>
      </p:sp>
      <p:sp>
        <p:nvSpPr>
          <p:cNvPr id="3" name="Content Placeholder 2"/>
          <p:cNvSpPr>
            <a:spLocks noGrp="1"/>
          </p:cNvSpPr>
          <p:nvPr>
            <p:ph idx="1"/>
          </p:nvPr>
        </p:nvSpPr>
        <p:spPr/>
        <p:txBody>
          <a:bodyPr/>
          <a:lstStyle/>
          <a:p>
            <a:r>
              <a:t>Slide 3: Executive Summary</a:t>
            </a:r>
          </a:p>
          <a:p>
            <a:pPr lvl="1"/>
            <a:r>
              <a:t>Section 1: Knowledge transfer and onboarding. EMP082 contributes to ast emp082 13 through recurring collaboration, clear ownership boundaries, and measurable outcomes. The team captures decisions, open issues, and handoffs so that knowledge remains discoverable for future programs.</a:t>
            </a:r>
          </a:p>
          <a:p>
            <a:pPr lvl="1"/>
            <a:r>
              <a:t>Section 2: Data quality remediation. EMP082 contributes to ast emp082 13 through recurring collaboration, clear ownership boundaries, and measurable outcomes. The team captures decisions, open issues, and handoffs so that knowledge remains discoverable for future programs.</a:t>
            </a:r>
          </a:p>
          <a:p>
            <a:pPr lvl="1"/>
            <a:r>
              <a:t>Section 3: Customer escalation analysis. EMP082 contributes to ast emp082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Emp082 13 - EMP082</a:t>
            </a:r>
          </a:p>
        </p:txBody>
      </p:sp>
      <p:sp>
        <p:nvSpPr>
          <p:cNvPr id="3" name="Content Placeholder 2"/>
          <p:cNvSpPr>
            <a:spLocks noGrp="1"/>
          </p:cNvSpPr>
          <p:nvPr>
            <p:ph idx="1"/>
          </p:nvPr>
        </p:nvSpPr>
        <p:spPr/>
        <p:txBody>
          <a:bodyPr/>
          <a:lstStyle/>
          <a:p>
            <a:r>
              <a:t>Slide 4: Executive Summary</a:t>
            </a:r>
          </a:p>
          <a:p>
            <a:pPr lvl="1"/>
            <a:r>
              <a:t>Section 1: Fabric semantic model planning. EMP082 contributes to ast emp082 13 through recurring collaboration, clear ownership boundaries, and measurable outcomes. The team captures decisions, open issues, and handoffs so that knowledge remains discoverable for future programs.</a:t>
            </a:r>
          </a:p>
          <a:p>
            <a:pPr lvl="1"/>
            <a:r>
              <a:t>Section 2: Data quality remediation. EMP082 contributes to ast emp082 13 through recurring collaboration, clear ownership boundaries, and measurable outcomes. The team captures decisions, open issues, and handoffs so that knowledge remains discoverable for future programs.</a:t>
            </a:r>
          </a:p>
          <a:p>
            <a:pPr lvl="1"/>
            <a:r>
              <a:t>Section 3: Data quality remediation. EMP082 contributes to ast emp082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Emp082 13 - EMP082</a:t>
            </a:r>
          </a:p>
        </p:txBody>
      </p:sp>
      <p:sp>
        <p:nvSpPr>
          <p:cNvPr id="3" name="Content Placeholder 2"/>
          <p:cNvSpPr>
            <a:spLocks noGrp="1"/>
          </p:cNvSpPr>
          <p:nvPr>
            <p:ph idx="1"/>
          </p:nvPr>
        </p:nvSpPr>
        <p:spPr/>
        <p:txBody>
          <a:bodyPr/>
          <a:lstStyle/>
          <a:p>
            <a:r>
              <a:t>Slide 5: Executive Summary</a:t>
            </a:r>
          </a:p>
          <a:p>
            <a:pPr lvl="1"/>
            <a:r>
              <a:t>Section 1: Department KPI performance. EMP082 contributes to ast emp082 13 through recurring collaboration, clear ownership boundaries, and measurable outcomes. The team captures decisions, open issues, and handoffs so that knowledge remains discoverable for future programs.</a:t>
            </a:r>
          </a:p>
          <a:p>
            <a:pPr lvl="1"/>
            <a:r>
              <a:t>Section 2: Operational risk review. EMP082 contributes to ast emp082 13 through recurring collaboration, clear ownership boundaries, and measurable outcomes. The team captures decisions, open issues, and handoffs so that knowledge remains discoverable for future programs.</a:t>
            </a:r>
          </a:p>
          <a:p>
            <a:pPr lvl="1"/>
            <a:r>
              <a:t>Section 3: Knowledge transfer and onboarding. EMP082 contributes to ast emp082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