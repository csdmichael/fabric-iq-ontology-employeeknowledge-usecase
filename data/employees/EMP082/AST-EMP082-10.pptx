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10 - EMP082</a:t>
            </a:r>
          </a:p>
        </p:txBody>
      </p:sp>
      <p:sp>
        <p:nvSpPr>
          <p:cNvPr id="3" name="Content Placeholder 2"/>
          <p:cNvSpPr>
            <a:spLocks noGrp="1"/>
          </p:cNvSpPr>
          <p:nvPr>
            <p:ph idx="1"/>
          </p:nvPr>
        </p:nvSpPr>
        <p:spPr/>
        <p:txBody>
          <a:bodyPr/>
          <a:lstStyle/>
          <a:p>
            <a:r>
              <a:t>Slide 1: Executive Summary</a:t>
            </a:r>
          </a:p>
          <a:p>
            <a:pPr lvl="1"/>
            <a:r>
              <a:t>Section 1: Automation backlog refinement. EMP082 contributes to ast emp082 10 through recurring collaboration, clear ownership boundaries, and measurable outcomes. The team captures decisions, open issues, and handoffs so that knowledge remains discoverable for future programs.</a:t>
            </a:r>
          </a:p>
          <a:p>
            <a:pPr lvl="1"/>
            <a:r>
              <a:t>Section 2: Customer escalation analysis. EMP082 contributes to ast emp082 10 through recurring collaboration, clear ownership boundaries, and measurable outcomes. The team captures decisions, open issues, and handoffs so that knowledge remains discoverable for future programs.</a:t>
            </a:r>
          </a:p>
          <a:p>
            <a:pPr lvl="1"/>
            <a:r>
              <a:t>Section 3: Automation backlog refinement. EMP082 contributes to ast emp082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10 - EMP082</a:t>
            </a:r>
          </a:p>
        </p:txBody>
      </p:sp>
      <p:sp>
        <p:nvSpPr>
          <p:cNvPr id="3" name="Content Placeholder 2"/>
          <p:cNvSpPr>
            <a:spLocks noGrp="1"/>
          </p:cNvSpPr>
          <p:nvPr>
            <p:ph idx="1"/>
          </p:nvPr>
        </p:nvSpPr>
        <p:spPr/>
        <p:txBody>
          <a:bodyPr/>
          <a:lstStyle/>
          <a:p>
            <a:r>
              <a:t>Slide 2: Executive Summary</a:t>
            </a:r>
          </a:p>
          <a:p>
            <a:pPr lvl="1"/>
            <a:r>
              <a:t>Section 1: Operational risk review. EMP082 contributes to ast emp082 10 through recurring collaboration, clear ownership boundaries, and measurable outcomes. The team captures decisions, open issues, and handoffs so that knowledge remains discoverable for future programs.</a:t>
            </a:r>
          </a:p>
          <a:p>
            <a:pPr lvl="1"/>
            <a:r>
              <a:t>Section 2: Customer escalation analysis. EMP082 contributes to ast emp082 10 through recurring collaboration, clear ownership boundaries, and measurable outcomes. The team captures decisions, open issues, and handoffs so that knowledge remains discoverable for future programs.</a:t>
            </a:r>
          </a:p>
          <a:p>
            <a:pPr lvl="1"/>
            <a:r>
              <a:t>Section 3: Fabric semantic model planning. EMP082 contributes to ast emp082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10 - EMP082</a:t>
            </a:r>
          </a:p>
        </p:txBody>
      </p:sp>
      <p:sp>
        <p:nvSpPr>
          <p:cNvPr id="3" name="Content Placeholder 2"/>
          <p:cNvSpPr>
            <a:spLocks noGrp="1"/>
          </p:cNvSpPr>
          <p:nvPr>
            <p:ph idx="1"/>
          </p:nvPr>
        </p:nvSpPr>
        <p:spPr/>
        <p:txBody>
          <a:bodyPr/>
          <a:lstStyle/>
          <a:p>
            <a:r>
              <a:t>Slide 3: Executive Summary</a:t>
            </a:r>
          </a:p>
          <a:p>
            <a:pPr lvl="1"/>
            <a:r>
              <a:t>Section 1: Operational risk review. EMP082 contributes to ast emp082 10 through recurring collaboration, clear ownership boundaries, and measurable outcomes. The team captures decisions, open issues, and handoffs so that knowledge remains discoverable for future programs.</a:t>
            </a:r>
          </a:p>
          <a:p>
            <a:pPr lvl="1"/>
            <a:r>
              <a:t>Section 2: Customer escalation analysis. EMP082 contributes to ast emp082 10 through recurring collaboration, clear ownership boundaries, and measurable outcomes. The team captures decisions, open issues, and handoffs so that knowledge remains discoverable for future programs.</a:t>
            </a:r>
          </a:p>
          <a:p>
            <a:pPr lvl="1"/>
            <a:r>
              <a:t>Section 3: Quarterly delivery milestones. EMP082 contributes to ast emp082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10 - EMP082</a:t>
            </a:r>
          </a:p>
        </p:txBody>
      </p:sp>
      <p:sp>
        <p:nvSpPr>
          <p:cNvPr id="3" name="Content Placeholder 2"/>
          <p:cNvSpPr>
            <a:spLocks noGrp="1"/>
          </p:cNvSpPr>
          <p:nvPr>
            <p:ph idx="1"/>
          </p:nvPr>
        </p:nvSpPr>
        <p:spPr/>
        <p:txBody>
          <a:bodyPr/>
          <a:lstStyle/>
          <a:p>
            <a:r>
              <a:t>Slide 4: Executive Summary</a:t>
            </a:r>
          </a:p>
          <a:p>
            <a:pPr lvl="1"/>
            <a:r>
              <a:t>Section 1: Automation backlog refinement. EMP082 contributes to ast emp082 10 through recurring collaboration, clear ownership boundaries, and measurable outcomes. The team captures decisions, open issues, and handoffs so that knowledge remains discoverable for future programs.</a:t>
            </a:r>
          </a:p>
          <a:p>
            <a:pPr lvl="1"/>
            <a:r>
              <a:t>Section 2: Customer escalation analysis. EMP082 contributes to ast emp082 10 through recurring collaboration, clear ownership boundaries, and measurable outcomes. The team captures decisions, open issues, and handoffs so that knowledge remains discoverable for future programs.</a:t>
            </a:r>
          </a:p>
          <a:p>
            <a:pPr lvl="1"/>
            <a:r>
              <a:t>Section 3: Data quality remediation. EMP082 contributes to ast emp082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Emp082 10 - EMP082</a:t>
            </a:r>
          </a:p>
        </p:txBody>
      </p:sp>
      <p:sp>
        <p:nvSpPr>
          <p:cNvPr id="3" name="Content Placeholder 2"/>
          <p:cNvSpPr>
            <a:spLocks noGrp="1"/>
          </p:cNvSpPr>
          <p:nvPr>
            <p:ph idx="1"/>
          </p:nvPr>
        </p:nvSpPr>
        <p:spPr/>
        <p:txBody>
          <a:bodyPr/>
          <a:lstStyle/>
          <a:p>
            <a:r>
              <a:t>Slide 5: Executive Summary</a:t>
            </a:r>
          </a:p>
          <a:p>
            <a:pPr lvl="1"/>
            <a:r>
              <a:t>Section 1: Automation backlog refinement. EMP082 contributes to ast emp082 10 through recurring collaboration, clear ownership boundaries, and measurable outcomes. The team captures decisions, open issues, and handoffs so that knowledge remains discoverable for future programs.</a:t>
            </a:r>
          </a:p>
          <a:p>
            <a:pPr lvl="1"/>
            <a:r>
              <a:t>Section 2: Quarterly delivery milestones. EMP082 contributes to ast emp082 10 through recurring collaboration, clear ownership boundaries, and measurable outcomes. The team captures decisions, open issues, and handoffs so that knowledge remains discoverable for future programs.</a:t>
            </a:r>
          </a:p>
          <a:p>
            <a:pPr lvl="1"/>
            <a:r>
              <a:t>Section 3: Fabric semantic model planning. EMP082 contributes to ast emp082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