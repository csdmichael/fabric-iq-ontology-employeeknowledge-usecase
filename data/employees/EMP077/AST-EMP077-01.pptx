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Riley Patel | Senior Engineer | Procurement</a:t>
            </a:r>
          </a:p>
          <a:p>
            <a:r>
              <a:t>Prepared: 2025-03-20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Scorecard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Vendor Scorecard Q2 for Procurement department.</a:t>
            </a:r>
          </a:p>
          <a:p>
            <a:r>
              <a:t>Responsible: Riley Patel (Senior Engineer)</a:t>
            </a:r>
          </a:p>
          <a:p>
            <a:r>
              <a:t>Location: Austin | Skills: Kusto, Azure AI, Fabric, Ontology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Renewals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Contract Renewals Pipeline for Procurement department.</a:t>
            </a:r>
          </a:p>
          <a:p>
            <a:r>
              <a:t>Responsible: Riley Patel (Senior Engineer)</a:t>
            </a:r>
          </a:p>
          <a:p>
            <a:r>
              <a:t>Location: Austin | Skills: Kusto, Azure AI, Fabric, Ontology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Category Spend Analysis for Procurement department.</a:t>
            </a:r>
          </a:p>
          <a:p>
            <a:r>
              <a:t>Responsible: Riley Patel (Senior Engineer)</a:t>
            </a:r>
          </a:p>
          <a:p>
            <a:r>
              <a:t>Location: Austin | Skills: Kusto, Azure AI, Fabric, Ontology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