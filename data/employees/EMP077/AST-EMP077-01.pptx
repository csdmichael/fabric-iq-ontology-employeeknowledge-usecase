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Emp077 01 - EMP077</a:t>
            </a:r>
          </a:p>
        </p:txBody>
      </p:sp>
      <p:sp>
        <p:nvSpPr>
          <p:cNvPr id="3" name="Content Placeholder 2"/>
          <p:cNvSpPr>
            <a:spLocks noGrp="1"/>
          </p:cNvSpPr>
          <p:nvPr>
            <p:ph idx="1"/>
          </p:nvPr>
        </p:nvSpPr>
        <p:spPr/>
        <p:txBody>
          <a:bodyPr/>
          <a:lstStyle/>
          <a:p>
            <a:r>
              <a:t>Slide 1: Executive Summary</a:t>
            </a:r>
          </a:p>
          <a:p>
            <a:pPr lvl="1"/>
            <a:r>
              <a:t>Section 1: Department KPI performance. EMP077 contributes to ast emp077 01 through recurring collaboration, clear ownership boundaries, and measurable outcomes. The team captures decisions, open issues, and handoffs so that knowledge remains discoverable for future programs.</a:t>
            </a:r>
          </a:p>
          <a:p>
            <a:pPr lvl="1"/>
            <a:r>
              <a:t>Section 2: Department KPI performance. EMP077 contributes to ast emp077 01 through recurring collaboration, clear ownership boundaries, and measurable outcomes. The team captures decisions, open issues, and handoffs so that knowledge remains discoverable for future programs.</a:t>
            </a:r>
          </a:p>
          <a:p>
            <a:pPr lvl="1"/>
            <a:r>
              <a:t>Section 3: Fabric semantic model planning. EMP077 contributes to ast emp077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Emp077 01 - EMP077</a:t>
            </a:r>
          </a:p>
        </p:txBody>
      </p:sp>
      <p:sp>
        <p:nvSpPr>
          <p:cNvPr id="3" name="Content Placeholder 2"/>
          <p:cNvSpPr>
            <a:spLocks noGrp="1"/>
          </p:cNvSpPr>
          <p:nvPr>
            <p:ph idx="1"/>
          </p:nvPr>
        </p:nvSpPr>
        <p:spPr/>
        <p:txBody>
          <a:bodyPr/>
          <a:lstStyle/>
          <a:p>
            <a:r>
              <a:t>Slide 2: Executive Summary</a:t>
            </a:r>
          </a:p>
          <a:p>
            <a:pPr lvl="1"/>
            <a:r>
              <a:t>Section 1: Operational risk review. EMP077 contributes to ast emp077 01 through recurring collaboration, clear ownership boundaries, and measurable outcomes. The team captures decisions, open issues, and handoffs so that knowledge remains discoverable for future programs.</a:t>
            </a:r>
          </a:p>
          <a:p>
            <a:pPr lvl="1"/>
            <a:r>
              <a:t>Section 2: Automation backlog refinement. EMP077 contributes to ast emp077 01 through recurring collaboration, clear ownership boundaries, and measurable outcomes. The team captures decisions, open issues, and handoffs so that knowledge remains discoverable for future programs.</a:t>
            </a:r>
          </a:p>
          <a:p>
            <a:pPr lvl="1"/>
            <a:r>
              <a:t>Section 3: Customer escalation analysis. EMP077 contributes to ast emp077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Emp077 01 - EMP077</a:t>
            </a:r>
          </a:p>
        </p:txBody>
      </p:sp>
      <p:sp>
        <p:nvSpPr>
          <p:cNvPr id="3" name="Content Placeholder 2"/>
          <p:cNvSpPr>
            <a:spLocks noGrp="1"/>
          </p:cNvSpPr>
          <p:nvPr>
            <p:ph idx="1"/>
          </p:nvPr>
        </p:nvSpPr>
        <p:spPr/>
        <p:txBody>
          <a:bodyPr/>
          <a:lstStyle/>
          <a:p>
            <a:r>
              <a:t>Slide 3: Executive Summary</a:t>
            </a:r>
          </a:p>
          <a:p>
            <a:pPr lvl="1"/>
            <a:r>
              <a:t>Section 1: Quarterly delivery milestones. EMP077 contributes to ast emp077 01 through recurring collaboration, clear ownership boundaries, and measurable outcomes. The team captures decisions, open issues, and handoffs so that knowledge remains discoverable for future programs.</a:t>
            </a:r>
          </a:p>
          <a:p>
            <a:pPr lvl="1"/>
            <a:r>
              <a:t>Section 2: Automation backlog refinement. EMP077 contributes to ast emp077 01 through recurring collaboration, clear ownership boundaries, and measurable outcomes. The team captures decisions, open issues, and handoffs so that knowledge remains discoverable for future programs.</a:t>
            </a:r>
          </a:p>
          <a:p>
            <a:pPr lvl="1"/>
            <a:r>
              <a:t>Section 3: Customer escalation analysis. EMP077 contributes to ast emp077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Emp077 01 - EMP077</a:t>
            </a:r>
          </a:p>
        </p:txBody>
      </p:sp>
      <p:sp>
        <p:nvSpPr>
          <p:cNvPr id="3" name="Content Placeholder 2"/>
          <p:cNvSpPr>
            <a:spLocks noGrp="1"/>
          </p:cNvSpPr>
          <p:nvPr>
            <p:ph idx="1"/>
          </p:nvPr>
        </p:nvSpPr>
        <p:spPr/>
        <p:txBody>
          <a:bodyPr/>
          <a:lstStyle/>
          <a:p>
            <a:r>
              <a:t>Slide 4: Executive Summary</a:t>
            </a:r>
          </a:p>
          <a:p>
            <a:pPr lvl="1"/>
            <a:r>
              <a:t>Section 1: Automation backlog refinement. EMP077 contributes to ast emp077 01 through recurring collaboration, clear ownership boundaries, and measurable outcomes. The team captures decisions, open issues, and handoffs so that knowledge remains discoverable for future programs.</a:t>
            </a:r>
          </a:p>
          <a:p>
            <a:pPr lvl="1"/>
            <a:r>
              <a:t>Section 2: Operational risk review. EMP077 contributes to ast emp077 01 through recurring collaboration, clear ownership boundaries, and measurable outcomes. The team captures decisions, open issues, and handoffs so that knowledge remains discoverable for future programs.</a:t>
            </a:r>
          </a:p>
          <a:p>
            <a:pPr lvl="1"/>
            <a:r>
              <a:t>Section 3: Automation backlog refinement. EMP077 contributes to ast emp077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Emp077 01 - EMP077</a:t>
            </a:r>
          </a:p>
        </p:txBody>
      </p:sp>
      <p:sp>
        <p:nvSpPr>
          <p:cNvPr id="3" name="Content Placeholder 2"/>
          <p:cNvSpPr>
            <a:spLocks noGrp="1"/>
          </p:cNvSpPr>
          <p:nvPr>
            <p:ph idx="1"/>
          </p:nvPr>
        </p:nvSpPr>
        <p:spPr/>
        <p:txBody>
          <a:bodyPr/>
          <a:lstStyle/>
          <a:p>
            <a:r>
              <a:t>Slide 5: Executive Summary</a:t>
            </a:r>
          </a:p>
          <a:p>
            <a:pPr lvl="1"/>
            <a:r>
              <a:t>Section 1: Knowledge transfer and onboarding. EMP077 contributes to ast emp077 01 through recurring collaboration, clear ownership boundaries, and measurable outcomes. The team captures decisions, open issues, and handoffs so that knowledge remains discoverable for future programs.</a:t>
            </a:r>
          </a:p>
          <a:p>
            <a:pPr lvl="1"/>
            <a:r>
              <a:t>Section 2: Fabric semantic model planning. EMP077 contributes to ast emp077 01 through recurring collaboration, clear ownership boundaries, and measurable outcomes. The team captures decisions, open issues, and handoffs so that knowledge remains discoverable for future programs.</a:t>
            </a:r>
          </a:p>
          <a:p>
            <a:pPr lvl="1"/>
            <a:r>
              <a:t>Section 3: Operational risk review. EMP077 contributes to ast emp077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